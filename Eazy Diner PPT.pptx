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12" r:id="rId3"/>
    <p:sldId id="316" r:id="rId4"/>
    <p:sldId id="299" r:id="rId5"/>
    <p:sldId id="281" r:id="rId6"/>
    <p:sldId id="263" r:id="rId7"/>
    <p:sldId id="265" r:id="rId8"/>
    <p:sldId id="264" r:id="rId9"/>
    <p:sldId id="310" r:id="rId10"/>
    <p:sldId id="266" r:id="rId11"/>
    <p:sldId id="282" r:id="rId12"/>
    <p:sldId id="318" r:id="rId13"/>
    <p:sldId id="267" r:id="rId14"/>
    <p:sldId id="315" r:id="rId15"/>
    <p:sldId id="319" r:id="rId16"/>
    <p:sldId id="320" r:id="rId17"/>
    <p:sldId id="303" r:id="rId18"/>
    <p:sldId id="276" r:id="rId19"/>
    <p:sldId id="297" r:id="rId20"/>
    <p:sldId id="298" r:id="rId21"/>
    <p:sldId id="259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Bodoni MT" panose="02070603080606020203" pitchFamily="18" charset="0"/>
      <p:regular r:id="rId25"/>
      <p:bold r:id="rId26"/>
      <p:italic r:id="rId27"/>
      <p:boldItalic r:id="rId28"/>
    </p:embeddedFont>
    <p:embeddedFont>
      <p:font typeface="Cascadia Code" panose="020B0609020000020004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A4"/>
    <a:srgbClr val="4F2270"/>
    <a:srgbClr val="548430"/>
    <a:srgbClr val="A20000"/>
    <a:srgbClr val="DAA600"/>
    <a:srgbClr val="6DAB3F"/>
    <a:srgbClr val="66BB6A"/>
    <a:srgbClr val="A1CE4B"/>
    <a:srgbClr val="2E7031"/>
    <a:srgbClr val="43A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E13CEB-EF8C-44B3-B8AB-F55D9FF0CAAE}" v="177" dt="2026-03-11T09:31:15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3333" autoAdjust="0"/>
  </p:normalViewPr>
  <p:slideViewPr>
    <p:cSldViewPr snapToGrid="0">
      <p:cViewPr varScale="1">
        <p:scale>
          <a:sx n="83" d="100"/>
          <a:sy n="83" d="100"/>
        </p:scale>
        <p:origin x="917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shahbaaz Shaik" userId="00d35f0b3c9d7519" providerId="LiveId" clId="{3F971D7E-2F3C-44A0-B5D2-8162AE389A99}"/>
    <pc:docChg chg="undo redo custSel addSld delSld modSld sldOrd modMainMaster">
      <pc:chgData name="Mohammed shahbaaz Shaik" userId="00d35f0b3c9d7519" providerId="LiveId" clId="{3F971D7E-2F3C-44A0-B5D2-8162AE389A99}" dt="2026-03-11T09:31:15.077" v="5301" actId="20577"/>
      <pc:docMkLst>
        <pc:docMk/>
      </pc:docMkLst>
      <pc:sldChg chg="addSp delSp modSp mod modTransition modAnim">
        <pc:chgData name="Mohammed shahbaaz Shaik" userId="00d35f0b3c9d7519" providerId="LiveId" clId="{3F971D7E-2F3C-44A0-B5D2-8162AE389A99}" dt="2026-03-11T09:18:10.139" v="5242" actId="255"/>
        <pc:sldMkLst>
          <pc:docMk/>
          <pc:sldMk cId="0" sldId="256"/>
        </pc:sldMkLst>
        <pc:spChg chg="add mod">
          <ac:chgData name="Mohammed shahbaaz Shaik" userId="00d35f0b3c9d7519" providerId="LiveId" clId="{3F971D7E-2F3C-44A0-B5D2-8162AE389A99}" dt="2026-03-11T09:18:10.139" v="5242" actId="255"/>
          <ac:spMkLst>
            <pc:docMk/>
            <pc:sldMk cId="0" sldId="256"/>
            <ac:spMk id="2" creationId="{DA79A90D-7CFF-935B-9CF2-D3EEBEF6B4E2}"/>
          </ac:spMkLst>
        </pc:spChg>
        <pc:spChg chg="add del mod">
          <ac:chgData name="Mohammed shahbaaz Shaik" userId="00d35f0b3c9d7519" providerId="LiveId" clId="{3F971D7E-2F3C-44A0-B5D2-8162AE389A99}" dt="2026-03-11T09:16:49.324" v="5234" actId="1076"/>
          <ac:spMkLst>
            <pc:docMk/>
            <pc:sldMk cId="0" sldId="256"/>
            <ac:spMk id="3" creationId="{449D0B13-674C-E421-E886-0BF516DCB93F}"/>
          </ac:spMkLst>
        </pc:spChg>
        <pc:spChg chg="add mod">
          <ac:chgData name="Mohammed shahbaaz Shaik" userId="00d35f0b3c9d7519" providerId="LiveId" clId="{3F971D7E-2F3C-44A0-B5D2-8162AE389A99}" dt="2026-03-11T09:16:54.098" v="5235" actId="1076"/>
          <ac:spMkLst>
            <pc:docMk/>
            <pc:sldMk cId="0" sldId="256"/>
            <ac:spMk id="4" creationId="{546621C8-A6FA-3BC5-2858-1F2230E6DB41}"/>
          </ac:spMkLst>
        </pc:spChg>
      </pc:sldChg>
      <pc:sldChg chg="modSp mod modTransition">
        <pc:chgData name="Mohammed shahbaaz Shaik" userId="00d35f0b3c9d7519" providerId="LiveId" clId="{3F971D7E-2F3C-44A0-B5D2-8162AE389A99}" dt="2026-03-11T08:49:24.524" v="5213" actId="113"/>
        <pc:sldMkLst>
          <pc:docMk/>
          <pc:sldMk cId="0" sldId="259"/>
        </pc:sldMkLst>
        <pc:spChg chg="mod">
          <ac:chgData name="Mohammed shahbaaz Shaik" userId="00d35f0b3c9d7519" providerId="LiveId" clId="{3F971D7E-2F3C-44A0-B5D2-8162AE389A99}" dt="2026-03-11T08:49:24.524" v="5213" actId="113"/>
          <ac:spMkLst>
            <pc:docMk/>
            <pc:sldMk cId="0" sldId="259"/>
            <ac:spMk id="3" creationId="{959DDB6E-036A-8F25-E3EF-079E1812A272}"/>
          </ac:spMkLst>
        </pc:spChg>
        <pc:picChg chg="mod">
          <ac:chgData name="Mohammed shahbaaz Shaik" userId="00d35f0b3c9d7519" providerId="LiveId" clId="{3F971D7E-2F3C-44A0-B5D2-8162AE389A99}" dt="2026-02-20T11:13:23.983" v="4082" actId="1440"/>
          <ac:picMkLst>
            <pc:docMk/>
            <pc:sldMk cId="0" sldId="259"/>
            <ac:picMk id="11266" creationId="{E26E8E26-DF5C-E318-0231-DD266BC66F4B}"/>
          </ac:picMkLst>
        </pc:picChg>
      </pc:sldChg>
      <pc:sldChg chg="addSp delSp modSp mod modTransition modAnim">
        <pc:chgData name="Mohammed shahbaaz Shaik" userId="00d35f0b3c9d7519" providerId="LiveId" clId="{3F971D7E-2F3C-44A0-B5D2-8162AE389A99}" dt="2026-02-11T11:07:29.128" v="3571"/>
        <pc:sldMkLst>
          <pc:docMk/>
          <pc:sldMk cId="3991027905" sldId="263"/>
        </pc:sldMkLst>
      </pc:sldChg>
      <pc:sldChg chg="addSp delSp modSp mod modTransition addAnim delAnim modAnim">
        <pc:chgData name="Mohammed shahbaaz Shaik" userId="00d35f0b3c9d7519" providerId="LiveId" clId="{3F971D7E-2F3C-44A0-B5D2-8162AE389A99}" dt="2026-03-11T08:52:07.135" v="5221"/>
        <pc:sldMkLst>
          <pc:docMk/>
          <pc:sldMk cId="3434322822" sldId="264"/>
        </pc:sldMkLst>
        <pc:picChg chg="del">
          <ac:chgData name="Mohammed shahbaaz Shaik" userId="00d35f0b3c9d7519" providerId="LiveId" clId="{3F971D7E-2F3C-44A0-B5D2-8162AE389A99}" dt="2026-03-11T07:45:13.148" v="4280" actId="478"/>
          <ac:picMkLst>
            <pc:docMk/>
            <pc:sldMk cId="3434322822" sldId="264"/>
            <ac:picMk id="3" creationId="{65CBCFCE-FD98-D992-1C08-65F5EFEB6145}"/>
          </ac:picMkLst>
        </pc:picChg>
        <pc:picChg chg="add mod ord">
          <ac:chgData name="Mohammed shahbaaz Shaik" userId="00d35f0b3c9d7519" providerId="LiveId" clId="{3F971D7E-2F3C-44A0-B5D2-8162AE389A99}" dt="2026-03-11T07:41:06.878" v="4251" actId="167"/>
          <ac:picMkLst>
            <pc:docMk/>
            <pc:sldMk cId="3434322822" sldId="264"/>
            <ac:picMk id="6" creationId="{83C4AF84-D460-443B-7EC4-52775B77776A}"/>
          </ac:picMkLst>
        </pc:picChg>
        <pc:picChg chg="add mod ord modCrop">
          <ac:chgData name="Mohammed shahbaaz Shaik" userId="00d35f0b3c9d7519" providerId="LiveId" clId="{3F971D7E-2F3C-44A0-B5D2-8162AE389A99}" dt="2026-03-11T07:42:59.740" v="4264" actId="167"/>
          <ac:picMkLst>
            <pc:docMk/>
            <pc:sldMk cId="3434322822" sldId="264"/>
            <ac:picMk id="8" creationId="{8B05815D-FC7B-88DB-73DB-8EB98358F776}"/>
          </ac:picMkLst>
        </pc:picChg>
        <pc:picChg chg="add mod ord">
          <ac:chgData name="Mohammed shahbaaz Shaik" userId="00d35f0b3c9d7519" providerId="LiveId" clId="{3F971D7E-2F3C-44A0-B5D2-8162AE389A99}" dt="2026-03-11T07:43:43.243" v="4270" actId="167"/>
          <ac:picMkLst>
            <pc:docMk/>
            <pc:sldMk cId="3434322822" sldId="264"/>
            <ac:picMk id="10" creationId="{9319E17C-F377-C060-CD84-1B40F88D6DCB}"/>
          </ac:picMkLst>
        </pc:picChg>
        <pc:picChg chg="add mod ord">
          <ac:chgData name="Mohammed shahbaaz Shaik" userId="00d35f0b3c9d7519" providerId="LiveId" clId="{3F971D7E-2F3C-44A0-B5D2-8162AE389A99}" dt="2026-03-11T07:44:35.729" v="4275" actId="167"/>
          <ac:picMkLst>
            <pc:docMk/>
            <pc:sldMk cId="3434322822" sldId="264"/>
            <ac:picMk id="12" creationId="{32FC6FD3-205E-D891-EE1E-88EB0987994E}"/>
          </ac:picMkLst>
        </pc:picChg>
        <pc:picChg chg="add mod ord">
          <ac:chgData name="Mohammed shahbaaz Shaik" userId="00d35f0b3c9d7519" providerId="LiveId" clId="{3F971D7E-2F3C-44A0-B5D2-8162AE389A99}" dt="2026-03-11T07:45:10.507" v="4279" actId="167"/>
          <ac:picMkLst>
            <pc:docMk/>
            <pc:sldMk cId="3434322822" sldId="264"/>
            <ac:picMk id="14" creationId="{1E14ED5B-CE6B-6FEA-5ACD-D2D9062309DC}"/>
          </ac:picMkLst>
        </pc:picChg>
        <pc:picChg chg="add mod ord modCrop">
          <ac:chgData name="Mohammed shahbaaz Shaik" userId="00d35f0b3c9d7519" providerId="LiveId" clId="{3F971D7E-2F3C-44A0-B5D2-8162AE389A99}" dt="2026-03-11T07:46:54.301" v="4294" actId="1076"/>
          <ac:picMkLst>
            <pc:docMk/>
            <pc:sldMk cId="3434322822" sldId="264"/>
            <ac:picMk id="16" creationId="{8F63044B-AF21-5210-605D-D2E8548BDAB7}"/>
          </ac:picMkLst>
        </pc:picChg>
        <pc:picChg chg="del mod">
          <ac:chgData name="Mohammed shahbaaz Shaik" userId="00d35f0b3c9d7519" providerId="LiveId" clId="{3F971D7E-2F3C-44A0-B5D2-8162AE389A99}" dt="2026-03-11T07:44:39.038" v="4276" actId="478"/>
          <ac:picMkLst>
            <pc:docMk/>
            <pc:sldMk cId="3434322822" sldId="264"/>
            <ac:picMk id="3076" creationId="{7091940F-394A-C4D9-49A9-28A0D53A39C1}"/>
          </ac:picMkLst>
        </pc:picChg>
        <pc:picChg chg="del">
          <ac:chgData name="Mohammed shahbaaz Shaik" userId="00d35f0b3c9d7519" providerId="LiveId" clId="{3F971D7E-2F3C-44A0-B5D2-8162AE389A99}" dt="2026-03-11T07:43:45.300" v="4271" actId="478"/>
          <ac:picMkLst>
            <pc:docMk/>
            <pc:sldMk cId="3434322822" sldId="264"/>
            <ac:picMk id="3078" creationId="{D143134B-5DDE-9DA9-C904-C2C12CE774FA}"/>
          </ac:picMkLst>
        </pc:picChg>
        <pc:picChg chg="del">
          <ac:chgData name="Mohammed shahbaaz Shaik" userId="00d35f0b3c9d7519" providerId="LiveId" clId="{3F971D7E-2F3C-44A0-B5D2-8162AE389A99}" dt="2026-03-11T07:43:02.572" v="4265" actId="478"/>
          <ac:picMkLst>
            <pc:docMk/>
            <pc:sldMk cId="3434322822" sldId="264"/>
            <ac:picMk id="3082" creationId="{EC2EC784-CEE9-A58C-1939-2AA806F63672}"/>
          </ac:picMkLst>
        </pc:picChg>
        <pc:picChg chg="del mod">
          <ac:chgData name="Mohammed shahbaaz Shaik" userId="00d35f0b3c9d7519" providerId="LiveId" clId="{3F971D7E-2F3C-44A0-B5D2-8162AE389A99}" dt="2026-03-11T07:41:11.083" v="4252" actId="478"/>
          <ac:picMkLst>
            <pc:docMk/>
            <pc:sldMk cId="3434322822" sldId="264"/>
            <ac:picMk id="3084" creationId="{81ABF712-4AED-CDA3-4D98-A52C78496C5D}"/>
          </ac:picMkLst>
        </pc:picChg>
        <pc:picChg chg="del">
          <ac:chgData name="Mohammed shahbaaz Shaik" userId="00d35f0b3c9d7519" providerId="LiveId" clId="{3F971D7E-2F3C-44A0-B5D2-8162AE389A99}" dt="2026-03-11T07:46:48.736" v="4293" actId="478"/>
          <ac:picMkLst>
            <pc:docMk/>
            <pc:sldMk cId="3434322822" sldId="264"/>
            <ac:picMk id="3086" creationId="{7EC87C6C-8C0E-53D2-B133-B39020CFBBF3}"/>
          </ac:picMkLst>
        </pc:picChg>
      </pc:sldChg>
      <pc:sldChg chg="addSp delSp modSp mod modTransition modAnim">
        <pc:chgData name="Mohammed shahbaaz Shaik" userId="00d35f0b3c9d7519" providerId="LiveId" clId="{3F971D7E-2F3C-44A0-B5D2-8162AE389A99}" dt="2026-02-10T06:15:44.113" v="3512" actId="1076"/>
        <pc:sldMkLst>
          <pc:docMk/>
          <pc:sldMk cId="296424644" sldId="265"/>
        </pc:sldMkLst>
        <pc:spChg chg="mod">
          <ac:chgData name="Mohammed shahbaaz Shaik" userId="00d35f0b3c9d7519" providerId="LiveId" clId="{3F971D7E-2F3C-44A0-B5D2-8162AE389A99}" dt="2026-02-10T06:15:44.113" v="3512" actId="1076"/>
          <ac:spMkLst>
            <pc:docMk/>
            <pc:sldMk cId="296424644" sldId="265"/>
            <ac:spMk id="2" creationId="{30AF9875-408F-AAEB-E616-9F7F913C414D}"/>
          </ac:spMkLst>
        </pc:spChg>
      </pc:sldChg>
      <pc:sldChg chg="addSp delSp modSp mod modTransition addAnim delAnim modAnim">
        <pc:chgData name="Mohammed shahbaaz Shaik" userId="00d35f0b3c9d7519" providerId="LiveId" clId="{3F971D7E-2F3C-44A0-B5D2-8162AE389A99}" dt="2026-03-11T08:47:53.052" v="5206"/>
        <pc:sldMkLst>
          <pc:docMk/>
          <pc:sldMk cId="3244275708" sldId="266"/>
        </pc:sldMkLst>
        <pc:spChg chg="mod">
          <ac:chgData name="Mohammed shahbaaz Shaik" userId="00d35f0b3c9d7519" providerId="LiveId" clId="{3F971D7E-2F3C-44A0-B5D2-8162AE389A99}" dt="2026-02-10T06:17:14.069" v="3526" actId="1076"/>
          <ac:spMkLst>
            <pc:docMk/>
            <pc:sldMk cId="3244275708" sldId="266"/>
            <ac:spMk id="2" creationId="{A3E33525-D926-CE9E-E017-A7BE8655ED3C}"/>
          </ac:spMkLst>
        </pc:spChg>
        <pc:spChg chg="add del mod">
          <ac:chgData name="Mohammed shahbaaz Shaik" userId="00d35f0b3c9d7519" providerId="LiveId" clId="{3F971D7E-2F3C-44A0-B5D2-8162AE389A99}" dt="2026-03-11T07:57:17.122" v="4333" actId="11529"/>
          <ac:spMkLst>
            <pc:docMk/>
            <pc:sldMk cId="3244275708" sldId="266"/>
            <ac:spMk id="3" creationId="{74651BE2-6FEF-C401-7477-7DFF7B197495}"/>
          </ac:spMkLst>
        </pc:spChg>
        <pc:spChg chg="add mod">
          <ac:chgData name="Mohammed shahbaaz Shaik" userId="00d35f0b3c9d7519" providerId="LiveId" clId="{3F971D7E-2F3C-44A0-B5D2-8162AE389A99}" dt="2026-02-20T11:25:02.210" v="4162" actId="20577"/>
          <ac:spMkLst>
            <pc:docMk/>
            <pc:sldMk cId="3244275708" sldId="266"/>
            <ac:spMk id="4" creationId="{4C9E422E-7237-6B68-948C-691EB219AA65}"/>
          </ac:spMkLst>
        </pc:spChg>
        <pc:spChg chg="add del mod">
          <ac:chgData name="Mohammed shahbaaz Shaik" userId="00d35f0b3c9d7519" providerId="LiveId" clId="{3F971D7E-2F3C-44A0-B5D2-8162AE389A99}" dt="2026-03-11T08:08:23.361" v="4475" actId="478"/>
          <ac:spMkLst>
            <pc:docMk/>
            <pc:sldMk cId="3244275708" sldId="266"/>
            <ac:spMk id="5" creationId="{74651BE2-6FEF-C401-7477-7DFF7B197495}"/>
          </ac:spMkLst>
        </pc:spChg>
        <pc:spChg chg="add mod">
          <ac:chgData name="Mohammed shahbaaz Shaik" userId="00d35f0b3c9d7519" providerId="LiveId" clId="{3F971D7E-2F3C-44A0-B5D2-8162AE389A99}" dt="2026-03-11T08:31:02.840" v="5113" actId="1076"/>
          <ac:spMkLst>
            <pc:docMk/>
            <pc:sldMk cId="3244275708" sldId="266"/>
            <ac:spMk id="6" creationId="{29AB6209-E453-2E1E-8421-8699FB40CA39}"/>
          </ac:spMkLst>
        </pc:spChg>
        <pc:spChg chg="add del mod">
          <ac:chgData name="Mohammed shahbaaz Shaik" userId="00d35f0b3c9d7519" providerId="LiveId" clId="{3F971D7E-2F3C-44A0-B5D2-8162AE389A99}" dt="2026-03-11T08:01:27.918" v="4409" actId="478"/>
          <ac:spMkLst>
            <pc:docMk/>
            <pc:sldMk cId="3244275708" sldId="266"/>
            <ac:spMk id="7" creationId="{EAEBE92E-6867-3761-E5C1-6DF3D20EC6D2}"/>
          </ac:spMkLst>
        </pc:spChg>
        <pc:spChg chg="add mod">
          <ac:chgData name="Mohammed shahbaaz Shaik" userId="00d35f0b3c9d7519" providerId="LiveId" clId="{3F971D7E-2F3C-44A0-B5D2-8162AE389A99}" dt="2026-03-11T08:30:42.159" v="5112" actId="14861"/>
          <ac:spMkLst>
            <pc:docMk/>
            <pc:sldMk cId="3244275708" sldId="266"/>
            <ac:spMk id="8" creationId="{5FB95364-7BC5-80FE-DE16-820929D1ED80}"/>
          </ac:spMkLst>
        </pc:spChg>
        <pc:spChg chg="add mod">
          <ac:chgData name="Mohammed shahbaaz Shaik" userId="00d35f0b3c9d7519" providerId="LiveId" clId="{3F971D7E-2F3C-44A0-B5D2-8162AE389A99}" dt="2026-03-11T08:28:42.541" v="5097" actId="14861"/>
          <ac:spMkLst>
            <pc:docMk/>
            <pc:sldMk cId="3244275708" sldId="266"/>
            <ac:spMk id="9" creationId="{DA7B64C5-8190-8D14-0132-D5A5F4899C94}"/>
          </ac:spMkLst>
        </pc:spChg>
        <pc:spChg chg="add del mod">
          <ac:chgData name="Mohammed shahbaaz Shaik" userId="00d35f0b3c9d7519" providerId="LiveId" clId="{3F971D7E-2F3C-44A0-B5D2-8162AE389A99}" dt="2026-03-11T08:06:35.930" v="4456" actId="478"/>
          <ac:spMkLst>
            <pc:docMk/>
            <pc:sldMk cId="3244275708" sldId="266"/>
            <ac:spMk id="10" creationId="{24613FD5-1150-12AE-B3AD-C3B00E35F7B5}"/>
          </ac:spMkLst>
        </pc:spChg>
        <pc:spChg chg="add del">
          <ac:chgData name="Mohammed shahbaaz Shaik" userId="00d35f0b3c9d7519" providerId="LiveId" clId="{3F971D7E-2F3C-44A0-B5D2-8162AE389A99}" dt="2026-03-11T08:04:56.621" v="4439" actId="478"/>
          <ac:spMkLst>
            <pc:docMk/>
            <pc:sldMk cId="3244275708" sldId="266"/>
            <ac:spMk id="11" creationId="{C6FE120A-AA2A-748C-D344-5D67514FD384}"/>
          </ac:spMkLst>
        </pc:spChg>
        <pc:spChg chg="add mod">
          <ac:chgData name="Mohammed shahbaaz Shaik" userId="00d35f0b3c9d7519" providerId="LiveId" clId="{3F971D7E-2F3C-44A0-B5D2-8162AE389A99}" dt="2026-03-11T08:28:09.497" v="5086" actId="14861"/>
          <ac:spMkLst>
            <pc:docMk/>
            <pc:sldMk cId="3244275708" sldId="266"/>
            <ac:spMk id="12" creationId="{7067C309-36BE-3F1C-CC8D-C49FFA388AA9}"/>
          </ac:spMkLst>
        </pc:spChg>
        <pc:spChg chg="add mod">
          <ac:chgData name="Mohammed shahbaaz Shaik" userId="00d35f0b3c9d7519" providerId="LiveId" clId="{3F971D7E-2F3C-44A0-B5D2-8162AE389A99}" dt="2026-03-11T08:28:25.347" v="5091" actId="14861"/>
          <ac:spMkLst>
            <pc:docMk/>
            <pc:sldMk cId="3244275708" sldId="266"/>
            <ac:spMk id="13" creationId="{6860B015-668C-5523-12FE-D8039B35A2E3}"/>
          </ac:spMkLst>
        </pc:spChg>
        <pc:spChg chg="add mod">
          <ac:chgData name="Mohammed shahbaaz Shaik" userId="00d35f0b3c9d7519" providerId="LiveId" clId="{3F971D7E-2F3C-44A0-B5D2-8162AE389A99}" dt="2026-03-11T08:26:28.596" v="4982" actId="14861"/>
          <ac:spMkLst>
            <pc:docMk/>
            <pc:sldMk cId="3244275708" sldId="266"/>
            <ac:spMk id="14" creationId="{106C6183-0C99-F2B0-9939-B7C80F777451}"/>
          </ac:spMkLst>
        </pc:spChg>
        <pc:spChg chg="add mod">
          <ac:chgData name="Mohammed shahbaaz Shaik" userId="00d35f0b3c9d7519" providerId="LiveId" clId="{3F971D7E-2F3C-44A0-B5D2-8162AE389A99}" dt="2026-03-11T08:26:10.547" v="4975" actId="14861"/>
          <ac:spMkLst>
            <pc:docMk/>
            <pc:sldMk cId="3244275708" sldId="266"/>
            <ac:spMk id="15" creationId="{27C32584-362B-2080-1BCD-EF602FEBBC17}"/>
          </ac:spMkLst>
        </pc:spChg>
        <pc:spChg chg="add del mod">
          <ac:chgData name="Mohammed shahbaaz Shaik" userId="00d35f0b3c9d7519" providerId="LiveId" clId="{3F971D7E-2F3C-44A0-B5D2-8162AE389A99}" dt="2026-03-11T08:07:52.686" v="4468" actId="478"/>
          <ac:spMkLst>
            <pc:docMk/>
            <pc:sldMk cId="3244275708" sldId="266"/>
            <ac:spMk id="16" creationId="{C0D3981C-AAD0-B13B-BE8B-0C189A4C35FE}"/>
          </ac:spMkLst>
        </pc:spChg>
        <pc:spChg chg="add mod">
          <ac:chgData name="Mohammed shahbaaz Shaik" userId="00d35f0b3c9d7519" providerId="LiveId" clId="{3F971D7E-2F3C-44A0-B5D2-8162AE389A99}" dt="2026-03-11T08:28:57.628" v="5099" actId="1076"/>
          <ac:spMkLst>
            <pc:docMk/>
            <pc:sldMk cId="3244275708" sldId="266"/>
            <ac:spMk id="17" creationId="{7EFF589F-B75F-9547-38AC-B23EF4F19810}"/>
          </ac:spMkLst>
        </pc:spChg>
        <pc:spChg chg="add del mod">
          <ac:chgData name="Mohammed shahbaaz Shaik" userId="00d35f0b3c9d7519" providerId="LiveId" clId="{3F971D7E-2F3C-44A0-B5D2-8162AE389A99}" dt="2026-03-11T08:09:10.532" v="4484" actId="478"/>
          <ac:spMkLst>
            <pc:docMk/>
            <pc:sldMk cId="3244275708" sldId="266"/>
            <ac:spMk id="18" creationId="{92FEBC15-C602-9B59-331F-4F0A9F58751D}"/>
          </ac:spMkLst>
        </pc:spChg>
        <pc:spChg chg="add mod">
          <ac:chgData name="Mohammed shahbaaz Shaik" userId="00d35f0b3c9d7519" providerId="LiveId" clId="{3F971D7E-2F3C-44A0-B5D2-8162AE389A99}" dt="2026-03-11T08:10:46.864" v="4515" actId="1076"/>
          <ac:spMkLst>
            <pc:docMk/>
            <pc:sldMk cId="3244275708" sldId="266"/>
            <ac:spMk id="19" creationId="{9691B112-F0B5-9968-8DDD-A625F68A2813}"/>
          </ac:spMkLst>
        </pc:spChg>
        <pc:spChg chg="add del mod">
          <ac:chgData name="Mohammed shahbaaz Shaik" userId="00d35f0b3c9d7519" providerId="LiveId" clId="{3F971D7E-2F3C-44A0-B5D2-8162AE389A99}" dt="2026-03-11T08:14:04.473" v="4606" actId="478"/>
          <ac:spMkLst>
            <pc:docMk/>
            <pc:sldMk cId="3244275708" sldId="266"/>
            <ac:spMk id="20" creationId="{52304938-C043-2542-2B36-63872C0A1FD8}"/>
          </ac:spMkLst>
        </pc:spChg>
        <pc:spChg chg="add del mod">
          <ac:chgData name="Mohammed shahbaaz Shaik" userId="00d35f0b3c9d7519" providerId="LiveId" clId="{3F971D7E-2F3C-44A0-B5D2-8162AE389A99}" dt="2026-03-11T08:14:59.925" v="4612" actId="478"/>
          <ac:spMkLst>
            <pc:docMk/>
            <pc:sldMk cId="3244275708" sldId="266"/>
            <ac:spMk id="21" creationId="{309A6396-569C-9F97-32AB-2B58A830D835}"/>
          </ac:spMkLst>
        </pc:spChg>
        <pc:spChg chg="add del">
          <ac:chgData name="Mohammed shahbaaz Shaik" userId="00d35f0b3c9d7519" providerId="LiveId" clId="{3F971D7E-2F3C-44A0-B5D2-8162AE389A99}" dt="2026-03-11T08:14:57.922" v="4611" actId="478"/>
          <ac:spMkLst>
            <pc:docMk/>
            <pc:sldMk cId="3244275708" sldId="266"/>
            <ac:spMk id="22" creationId="{FC22C834-321B-706A-0059-8A8D2D482533}"/>
          </ac:spMkLst>
        </pc:spChg>
        <pc:spChg chg="add mod">
          <ac:chgData name="Mohammed shahbaaz Shaik" userId="00d35f0b3c9d7519" providerId="LiveId" clId="{3F971D7E-2F3C-44A0-B5D2-8162AE389A99}" dt="2026-03-11T08:31:09.885" v="5114" actId="1076"/>
          <ac:spMkLst>
            <pc:docMk/>
            <pc:sldMk cId="3244275708" sldId="266"/>
            <ac:spMk id="23" creationId="{00885BD7-C409-07DE-C3C6-89B0DF4C7A7F}"/>
          </ac:spMkLst>
        </pc:spChg>
        <pc:spChg chg="add mod">
          <ac:chgData name="Mohammed shahbaaz Shaik" userId="00d35f0b3c9d7519" providerId="LiveId" clId="{3F971D7E-2F3C-44A0-B5D2-8162AE389A99}" dt="2026-03-11T08:17:11.490" v="4680" actId="1076"/>
          <ac:spMkLst>
            <pc:docMk/>
            <pc:sldMk cId="3244275708" sldId="266"/>
            <ac:spMk id="24" creationId="{74DDC4E7-2BED-E605-830A-4E276AAB2ADF}"/>
          </ac:spMkLst>
        </pc:spChg>
        <pc:spChg chg="add mod">
          <ac:chgData name="Mohammed shahbaaz Shaik" userId="00d35f0b3c9d7519" providerId="LiveId" clId="{3F971D7E-2F3C-44A0-B5D2-8162AE389A99}" dt="2026-03-11T08:18:53.524" v="4710" actId="1076"/>
          <ac:spMkLst>
            <pc:docMk/>
            <pc:sldMk cId="3244275708" sldId="266"/>
            <ac:spMk id="25" creationId="{C8E2F161-9EA1-B94B-A971-96D45FEB5ED3}"/>
          </ac:spMkLst>
        </pc:spChg>
        <pc:spChg chg="add mod">
          <ac:chgData name="Mohammed shahbaaz Shaik" userId="00d35f0b3c9d7519" providerId="LiveId" clId="{3F971D7E-2F3C-44A0-B5D2-8162AE389A99}" dt="2026-03-11T08:18:31.587" v="4708" actId="1076"/>
          <ac:spMkLst>
            <pc:docMk/>
            <pc:sldMk cId="3244275708" sldId="266"/>
            <ac:spMk id="26" creationId="{BF6CAB20-E8A0-23E3-997D-3A8631461778}"/>
          </ac:spMkLst>
        </pc:spChg>
        <pc:spChg chg="add mod">
          <ac:chgData name="Mohammed shahbaaz Shaik" userId="00d35f0b3c9d7519" providerId="LiveId" clId="{3F971D7E-2F3C-44A0-B5D2-8162AE389A99}" dt="2026-03-11T08:27:22.959" v="4985" actId="1076"/>
          <ac:spMkLst>
            <pc:docMk/>
            <pc:sldMk cId="3244275708" sldId="266"/>
            <ac:spMk id="27" creationId="{E19371DD-0165-DF96-D980-FF4487BABB04}"/>
          </ac:spMkLst>
        </pc:spChg>
        <pc:spChg chg="add mod">
          <ac:chgData name="Mohammed shahbaaz Shaik" userId="00d35f0b3c9d7519" providerId="LiveId" clId="{3F971D7E-2F3C-44A0-B5D2-8162AE389A99}" dt="2026-03-11T08:20:49.981" v="4781" actId="1076"/>
          <ac:spMkLst>
            <pc:docMk/>
            <pc:sldMk cId="3244275708" sldId="266"/>
            <ac:spMk id="28" creationId="{2D6F4966-7A6D-7209-4C87-D263DF39ABCC}"/>
          </ac:spMkLst>
        </pc:spChg>
        <pc:spChg chg="add mod">
          <ac:chgData name="Mohammed shahbaaz Shaik" userId="00d35f0b3c9d7519" providerId="LiveId" clId="{3F971D7E-2F3C-44A0-B5D2-8162AE389A99}" dt="2026-03-11T08:24:13.890" v="4942" actId="6549"/>
          <ac:spMkLst>
            <pc:docMk/>
            <pc:sldMk cId="3244275708" sldId="266"/>
            <ac:spMk id="29" creationId="{48033650-52C6-46CC-FA33-AA8DB1BC4A54}"/>
          </ac:spMkLst>
        </pc:spChg>
        <pc:spChg chg="add mod ord">
          <ac:chgData name="Mohammed shahbaaz Shaik" userId="00d35f0b3c9d7519" providerId="LiveId" clId="{3F971D7E-2F3C-44A0-B5D2-8162AE389A99}" dt="2026-03-11T08:32:14.778" v="5122" actId="207"/>
          <ac:spMkLst>
            <pc:docMk/>
            <pc:sldMk cId="3244275708" sldId="266"/>
            <ac:spMk id="30" creationId="{F5BD29B2-92EE-A7E2-9402-05F4AC32F97D}"/>
          </ac:spMkLst>
        </pc:spChg>
        <pc:spChg chg="add mod ord">
          <ac:chgData name="Mohammed shahbaaz Shaik" userId="00d35f0b3c9d7519" providerId="LiveId" clId="{3F971D7E-2F3C-44A0-B5D2-8162AE389A99}" dt="2026-03-11T08:26:52.948" v="4983" actId="207"/>
          <ac:spMkLst>
            <pc:docMk/>
            <pc:sldMk cId="3244275708" sldId="266"/>
            <ac:spMk id="31" creationId="{E5A7182A-330D-59F1-3A27-9A1C76266812}"/>
          </ac:spMkLst>
        </pc:spChg>
        <pc:spChg chg="add mod ord">
          <ac:chgData name="Mohammed shahbaaz Shaik" userId="00d35f0b3c9d7519" providerId="LiveId" clId="{3F971D7E-2F3C-44A0-B5D2-8162AE389A99}" dt="2026-03-11T08:30:11.616" v="5107" actId="207"/>
          <ac:spMkLst>
            <pc:docMk/>
            <pc:sldMk cId="3244275708" sldId="266"/>
            <ac:spMk id="32" creationId="{025E99DF-9EFA-3FD1-2264-01897196C4FA}"/>
          </ac:spMkLst>
        </pc:spChg>
        <pc:spChg chg="add del mod ord">
          <ac:chgData name="Mohammed shahbaaz Shaik" userId="00d35f0b3c9d7519" providerId="LiveId" clId="{3F971D7E-2F3C-44A0-B5D2-8162AE389A99}" dt="2026-03-11T08:43:06.714" v="5195" actId="21"/>
          <ac:spMkLst>
            <pc:docMk/>
            <pc:sldMk cId="3244275708" sldId="266"/>
            <ac:spMk id="33" creationId="{B5B8A585-8AAB-FC04-CC9E-F992DDD957BD}"/>
          </ac:spMkLst>
        </pc:spChg>
        <pc:spChg chg="add mod ord">
          <ac:chgData name="Mohammed shahbaaz Shaik" userId="00d35f0b3c9d7519" providerId="LiveId" clId="{3F971D7E-2F3C-44A0-B5D2-8162AE389A99}" dt="2026-03-11T08:33:20.429" v="5130" actId="207"/>
          <ac:spMkLst>
            <pc:docMk/>
            <pc:sldMk cId="3244275708" sldId="266"/>
            <ac:spMk id="34" creationId="{9AC3FF1A-BF91-5E8E-62AE-AD203E372783}"/>
          </ac:spMkLst>
        </pc:spChg>
        <pc:spChg chg="add mod ord">
          <ac:chgData name="Mohammed shahbaaz Shaik" userId="00d35f0b3c9d7519" providerId="LiveId" clId="{3F971D7E-2F3C-44A0-B5D2-8162AE389A99}" dt="2026-03-11T08:34:16.358" v="5139" actId="167"/>
          <ac:spMkLst>
            <pc:docMk/>
            <pc:sldMk cId="3244275708" sldId="266"/>
            <ac:spMk id="35" creationId="{91232FDC-061D-3DA7-52AC-A8C3EF748BD0}"/>
          </ac:spMkLst>
        </pc:spChg>
        <pc:spChg chg="add mod ord">
          <ac:chgData name="Mohammed shahbaaz Shaik" userId="00d35f0b3c9d7519" providerId="LiveId" clId="{3F971D7E-2F3C-44A0-B5D2-8162AE389A99}" dt="2026-03-11T08:35:04.841" v="5147" actId="167"/>
          <ac:spMkLst>
            <pc:docMk/>
            <pc:sldMk cId="3244275708" sldId="266"/>
            <ac:spMk id="36" creationId="{38E6B5E2-E240-2725-170C-9A7208124CB4}"/>
          </ac:spMkLst>
        </pc:spChg>
        <pc:picChg chg="del mod">
          <ac:chgData name="Mohammed shahbaaz Shaik" userId="00d35f0b3c9d7519" providerId="LiveId" clId="{3F971D7E-2F3C-44A0-B5D2-8162AE389A99}" dt="2026-03-11T08:35:15.818" v="5148" actId="478"/>
          <ac:picMkLst>
            <pc:docMk/>
            <pc:sldMk cId="3244275708" sldId="266"/>
            <ac:picMk id="1026" creationId="{4FBC2D8D-7977-E9BF-832D-42B3AB40C800}"/>
          </ac:picMkLst>
        </pc:picChg>
      </pc:sldChg>
      <pc:sldChg chg="addSp delSp modSp mod modTransition modAnim">
        <pc:chgData name="Mohammed shahbaaz Shaik" userId="00d35f0b3c9d7519" providerId="LiveId" clId="{3F971D7E-2F3C-44A0-B5D2-8162AE389A99}" dt="2026-03-11T08:48:36.114" v="5209" actId="14100"/>
        <pc:sldMkLst>
          <pc:docMk/>
          <pc:sldMk cId="3268474259" sldId="267"/>
        </pc:sldMkLst>
        <pc:spChg chg="add mod">
          <ac:chgData name="Mohammed shahbaaz Shaik" userId="00d35f0b3c9d7519" providerId="LiveId" clId="{3F971D7E-2F3C-44A0-B5D2-8162AE389A99}" dt="2026-02-20T10:48:18.412" v="3971" actId="1076"/>
          <ac:spMkLst>
            <pc:docMk/>
            <pc:sldMk cId="3268474259" sldId="267"/>
            <ac:spMk id="11" creationId="{D9F1C068-CE31-CE6A-3069-37C9149C5E81}"/>
          </ac:spMkLst>
        </pc:spChg>
        <pc:spChg chg="add mod">
          <ac:chgData name="Mohammed shahbaaz Shaik" userId="00d35f0b3c9d7519" providerId="LiveId" clId="{3F971D7E-2F3C-44A0-B5D2-8162AE389A99}" dt="2026-02-20T10:48:33.189" v="3972" actId="1076"/>
          <ac:spMkLst>
            <pc:docMk/>
            <pc:sldMk cId="3268474259" sldId="267"/>
            <ac:spMk id="13" creationId="{C3BA29E6-C6F3-8D53-7809-17F3D5976E68}"/>
          </ac:spMkLst>
        </pc:spChg>
        <pc:spChg chg="add mod">
          <ac:chgData name="Mohammed shahbaaz Shaik" userId="00d35f0b3c9d7519" providerId="LiveId" clId="{3F971D7E-2F3C-44A0-B5D2-8162AE389A99}" dt="2026-02-20T10:48:18.412" v="3971" actId="1076"/>
          <ac:spMkLst>
            <pc:docMk/>
            <pc:sldMk cId="3268474259" sldId="267"/>
            <ac:spMk id="15" creationId="{5BE655FC-AA2E-460E-9F3F-2DD072C40354}"/>
          </ac:spMkLst>
        </pc:spChg>
        <pc:spChg chg="add mod">
          <ac:chgData name="Mohammed shahbaaz Shaik" userId="00d35f0b3c9d7519" providerId="LiveId" clId="{3F971D7E-2F3C-44A0-B5D2-8162AE389A99}" dt="2026-02-11T11:09:07.091" v="3577" actId="14100"/>
          <ac:spMkLst>
            <pc:docMk/>
            <pc:sldMk cId="3268474259" sldId="267"/>
            <ac:spMk id="16" creationId="{F70183E9-C553-3572-F7B5-DE1571D3D8CA}"/>
          </ac:spMkLst>
        </pc:spChg>
        <pc:picChg chg="add mod">
          <ac:chgData name="Mohammed shahbaaz Shaik" userId="00d35f0b3c9d7519" providerId="LiveId" clId="{3F971D7E-2F3C-44A0-B5D2-8162AE389A99}" dt="2026-02-09T09:49:06.947" v="3329" actId="1037"/>
          <ac:picMkLst>
            <pc:docMk/>
            <pc:sldMk cId="3268474259" sldId="267"/>
            <ac:picMk id="1026" creationId="{312C0A42-0B0F-FC59-64D9-A334E3670224}"/>
          </ac:picMkLst>
        </pc:picChg>
        <pc:picChg chg="add mod">
          <ac:chgData name="Mohammed shahbaaz Shaik" userId="00d35f0b3c9d7519" providerId="LiveId" clId="{3F971D7E-2F3C-44A0-B5D2-8162AE389A99}" dt="2026-02-09T09:48:53.439" v="3312" actId="1076"/>
          <ac:picMkLst>
            <pc:docMk/>
            <pc:sldMk cId="3268474259" sldId="267"/>
            <ac:picMk id="1028" creationId="{3F784E03-C623-5D8B-A057-1900F6740D89}"/>
          </ac:picMkLst>
        </pc:picChg>
        <pc:picChg chg="add mod">
          <ac:chgData name="Mohammed shahbaaz Shaik" userId="00d35f0b3c9d7519" providerId="LiveId" clId="{3F971D7E-2F3C-44A0-B5D2-8162AE389A99}" dt="2026-02-09T09:48:53.439" v="3312" actId="1076"/>
          <ac:picMkLst>
            <pc:docMk/>
            <pc:sldMk cId="3268474259" sldId="267"/>
            <ac:picMk id="1030" creationId="{EB0D323C-FA40-F2D1-8C71-C747CB8ADB9F}"/>
          </ac:picMkLst>
        </pc:picChg>
        <pc:picChg chg="add mod">
          <ac:chgData name="Mohammed shahbaaz Shaik" userId="00d35f0b3c9d7519" providerId="LiveId" clId="{3F971D7E-2F3C-44A0-B5D2-8162AE389A99}" dt="2026-02-09T09:48:53.439" v="3312" actId="1076"/>
          <ac:picMkLst>
            <pc:docMk/>
            <pc:sldMk cId="3268474259" sldId="267"/>
            <ac:picMk id="1032" creationId="{E337017C-71F0-7466-05DD-FDA32BB0756E}"/>
          </ac:picMkLst>
        </pc:picChg>
        <pc:picChg chg="add mod">
          <ac:chgData name="Mohammed shahbaaz Shaik" userId="00d35f0b3c9d7519" providerId="LiveId" clId="{3F971D7E-2F3C-44A0-B5D2-8162AE389A99}" dt="2026-03-11T08:48:36.114" v="5209" actId="14100"/>
          <ac:picMkLst>
            <pc:docMk/>
            <pc:sldMk cId="3268474259" sldId="267"/>
            <ac:picMk id="1034" creationId="{008CFE1B-DEA5-8D09-7EB2-D010FD263478}"/>
          </ac:picMkLst>
        </pc:picChg>
      </pc:sldChg>
      <pc:sldChg chg="modSp mod modTransition">
        <pc:chgData name="Mohammed shahbaaz Shaik" userId="00d35f0b3c9d7519" providerId="LiveId" clId="{3F971D7E-2F3C-44A0-B5D2-8162AE389A99}" dt="2026-02-20T11:00:20.891" v="4014" actId="20577"/>
        <pc:sldMkLst>
          <pc:docMk/>
          <pc:sldMk cId="1644687032" sldId="276"/>
        </pc:sldMkLst>
        <pc:spChg chg="mod">
          <ac:chgData name="Mohammed shahbaaz Shaik" userId="00d35f0b3c9d7519" providerId="LiveId" clId="{3F971D7E-2F3C-44A0-B5D2-8162AE389A99}" dt="2026-02-20T11:00:20.891" v="4014" actId="20577"/>
          <ac:spMkLst>
            <pc:docMk/>
            <pc:sldMk cId="1644687032" sldId="276"/>
            <ac:spMk id="2" creationId="{ECCB9DEF-89CA-A2D6-D3EC-477F8E778C84}"/>
          </ac:spMkLst>
        </pc:spChg>
        <pc:spChg chg="mod">
          <ac:chgData name="Mohammed shahbaaz Shaik" userId="00d35f0b3c9d7519" providerId="LiveId" clId="{3F971D7E-2F3C-44A0-B5D2-8162AE389A99}" dt="2026-02-20T10:59:53.542" v="4011" actId="1076"/>
          <ac:spMkLst>
            <pc:docMk/>
            <pc:sldMk cId="1644687032" sldId="276"/>
            <ac:spMk id="4" creationId="{B3B7422F-A42C-D0BC-BCC8-74FDAE65E36E}"/>
          </ac:spMkLst>
        </pc:spChg>
      </pc:sldChg>
      <pc:sldChg chg="addSp delSp modSp mod modTransition setBg modAnim">
        <pc:chgData name="Mohammed shahbaaz Shaik" userId="00d35f0b3c9d7519" providerId="LiveId" clId="{3F971D7E-2F3C-44A0-B5D2-8162AE389A99}" dt="2026-03-11T05:54:05.476" v="4164"/>
        <pc:sldMkLst>
          <pc:docMk/>
          <pc:sldMk cId="3967736100" sldId="281"/>
        </pc:sldMkLst>
      </pc:sldChg>
      <pc:sldChg chg="addSp delSp modSp mod modTransition">
        <pc:chgData name="Mohammed shahbaaz Shaik" userId="00d35f0b3c9d7519" providerId="LiveId" clId="{3F971D7E-2F3C-44A0-B5D2-8162AE389A99}" dt="2026-02-19T11:09:54.025" v="3635" actId="1076"/>
        <pc:sldMkLst>
          <pc:docMk/>
          <pc:sldMk cId="2530832358" sldId="282"/>
        </pc:sldMkLst>
        <pc:spChg chg="add mod">
          <ac:chgData name="Mohammed shahbaaz Shaik" userId="00d35f0b3c9d7519" providerId="LiveId" clId="{3F971D7E-2F3C-44A0-B5D2-8162AE389A99}" dt="2026-02-19T11:09:54.025" v="3635" actId="1076"/>
          <ac:spMkLst>
            <pc:docMk/>
            <pc:sldMk cId="2530832358" sldId="282"/>
            <ac:spMk id="3" creationId="{AB6DF796-B15D-4FDE-D93B-0DF1250296EF}"/>
          </ac:spMkLst>
        </pc:spChg>
        <pc:spChg chg="mod">
          <ac:chgData name="Mohammed shahbaaz Shaik" userId="00d35f0b3c9d7519" providerId="LiveId" clId="{3F971D7E-2F3C-44A0-B5D2-8162AE389A99}" dt="2026-02-18T16:10:42.809" v="3599" actId="14100"/>
          <ac:spMkLst>
            <pc:docMk/>
            <pc:sldMk cId="2530832358" sldId="282"/>
            <ac:spMk id="5" creationId="{AD7B71F6-5A99-37DE-C87D-B3B954117139}"/>
          </ac:spMkLst>
        </pc:spChg>
        <pc:picChg chg="add mod">
          <ac:chgData name="Mohammed shahbaaz Shaik" userId="00d35f0b3c9d7519" providerId="LiveId" clId="{3F971D7E-2F3C-44A0-B5D2-8162AE389A99}" dt="2026-02-09T09:54:32.602" v="3345" actId="1076"/>
          <ac:picMkLst>
            <pc:docMk/>
            <pc:sldMk cId="2530832358" sldId="282"/>
            <ac:picMk id="1026" creationId="{4D147353-C70F-BB57-09A9-F3B44A47A287}"/>
          </ac:picMkLst>
        </pc:picChg>
        <pc:picChg chg="add mod">
          <ac:chgData name="Mohammed shahbaaz Shaik" userId="00d35f0b3c9d7519" providerId="LiveId" clId="{3F971D7E-2F3C-44A0-B5D2-8162AE389A99}" dt="2026-02-09T09:54:32.602" v="3345" actId="1076"/>
          <ac:picMkLst>
            <pc:docMk/>
            <pc:sldMk cId="2530832358" sldId="282"/>
            <ac:picMk id="1028" creationId="{8CA97E72-8E38-D82F-1780-0A60C14D7D6E}"/>
          </ac:picMkLst>
        </pc:picChg>
        <pc:picChg chg="add mod">
          <ac:chgData name="Mohammed shahbaaz Shaik" userId="00d35f0b3c9d7519" providerId="LiveId" clId="{3F971D7E-2F3C-44A0-B5D2-8162AE389A99}" dt="2026-02-09T09:54:32.602" v="3345" actId="1076"/>
          <ac:picMkLst>
            <pc:docMk/>
            <pc:sldMk cId="2530832358" sldId="282"/>
            <ac:picMk id="1030" creationId="{F3097CE0-9702-47C4-41CB-A5CFCAB3926F}"/>
          </ac:picMkLst>
        </pc:picChg>
        <pc:picChg chg="add mod">
          <ac:chgData name="Mohammed shahbaaz Shaik" userId="00d35f0b3c9d7519" providerId="LiveId" clId="{3F971D7E-2F3C-44A0-B5D2-8162AE389A99}" dt="2026-02-09T09:54:32.602" v="3345" actId="1076"/>
          <ac:picMkLst>
            <pc:docMk/>
            <pc:sldMk cId="2530832358" sldId="282"/>
            <ac:picMk id="1032" creationId="{393642D2-597B-976B-5E3A-32624295FDD4}"/>
          </ac:picMkLst>
        </pc:picChg>
      </pc:sldChg>
      <pc:sldChg chg="modSp mod modTransition">
        <pc:chgData name="Mohammed shahbaaz Shaik" userId="00d35f0b3c9d7519" providerId="LiveId" clId="{3F971D7E-2F3C-44A0-B5D2-8162AE389A99}" dt="2026-02-20T11:14:29.119" v="4087" actId="20577"/>
        <pc:sldMkLst>
          <pc:docMk/>
          <pc:sldMk cId="980448116" sldId="297"/>
        </pc:sldMkLst>
        <pc:spChg chg="mod">
          <ac:chgData name="Mohammed shahbaaz Shaik" userId="00d35f0b3c9d7519" providerId="LiveId" clId="{3F971D7E-2F3C-44A0-B5D2-8162AE389A99}" dt="2026-02-20T11:14:29.119" v="4087" actId="20577"/>
          <ac:spMkLst>
            <pc:docMk/>
            <pc:sldMk cId="980448116" sldId="297"/>
            <ac:spMk id="2" creationId="{67AC5FDD-9E40-B93A-E557-1D0E9B6DA08A}"/>
          </ac:spMkLst>
        </pc:spChg>
      </pc:sldChg>
      <pc:sldChg chg="modSp mod modTransition">
        <pc:chgData name="Mohammed shahbaaz Shaik" userId="00d35f0b3c9d7519" providerId="LiveId" clId="{3F971D7E-2F3C-44A0-B5D2-8162AE389A99}" dt="2026-02-20T11:15:12.548" v="4089" actId="2710"/>
        <pc:sldMkLst>
          <pc:docMk/>
          <pc:sldMk cId="1709766108" sldId="298"/>
        </pc:sldMkLst>
        <pc:spChg chg="mod">
          <ac:chgData name="Mohammed shahbaaz Shaik" userId="00d35f0b3c9d7519" providerId="LiveId" clId="{3F971D7E-2F3C-44A0-B5D2-8162AE389A99}" dt="2026-02-20T11:13:56.949" v="4084" actId="207"/>
          <ac:spMkLst>
            <pc:docMk/>
            <pc:sldMk cId="1709766108" sldId="298"/>
            <ac:spMk id="2" creationId="{C50C4F17-B27D-5353-8B75-94E4DF00F875}"/>
          </ac:spMkLst>
        </pc:spChg>
        <pc:spChg chg="mod">
          <ac:chgData name="Mohammed shahbaaz Shaik" userId="00d35f0b3c9d7519" providerId="LiveId" clId="{3F971D7E-2F3C-44A0-B5D2-8162AE389A99}" dt="2026-02-20T11:15:12.548" v="4089" actId="2710"/>
          <ac:spMkLst>
            <pc:docMk/>
            <pc:sldMk cId="1709766108" sldId="298"/>
            <ac:spMk id="3" creationId="{2BAD6FB2-6503-05E2-69F1-6636D1A2B30C}"/>
          </ac:spMkLst>
        </pc:spChg>
      </pc:sldChg>
      <pc:sldChg chg="addSp delSp modSp mod modTransition modAnim">
        <pc:chgData name="Mohammed shahbaaz Shaik" userId="00d35f0b3c9d7519" providerId="LiveId" clId="{3F971D7E-2F3C-44A0-B5D2-8162AE389A99}" dt="2026-02-11T11:07:29.128" v="3571"/>
        <pc:sldMkLst>
          <pc:docMk/>
          <pc:sldMk cId="2537943365" sldId="299"/>
        </pc:sldMkLst>
      </pc:sldChg>
      <pc:sldChg chg="addSp delSp modSp mod modTransition">
        <pc:chgData name="Mohammed shahbaaz Shaik" userId="00d35f0b3c9d7519" providerId="LiveId" clId="{3F971D7E-2F3C-44A0-B5D2-8162AE389A99}" dt="2026-02-19T16:53:10.356" v="3872"/>
        <pc:sldMkLst>
          <pc:docMk/>
          <pc:sldMk cId="3002568382" sldId="302"/>
        </pc:sldMkLst>
        <pc:spChg chg="mod">
          <ac:chgData name="Mohammed shahbaaz Shaik" userId="00d35f0b3c9d7519" providerId="LiveId" clId="{3F971D7E-2F3C-44A0-B5D2-8162AE389A99}" dt="2026-02-18T16:08:50.351" v="3592" actId="207"/>
          <ac:spMkLst>
            <pc:docMk/>
            <pc:sldMk cId="3002568382" sldId="302"/>
            <ac:spMk id="6" creationId="{FED5D92F-93FB-F00E-FEB5-3C62D042AC5B}"/>
          </ac:spMkLst>
        </pc:spChg>
        <pc:spChg chg="add mod">
          <ac:chgData name="Mohammed shahbaaz Shaik" userId="00d35f0b3c9d7519" providerId="LiveId" clId="{3F971D7E-2F3C-44A0-B5D2-8162AE389A99}" dt="2026-02-19T16:51:14.094" v="3809" actId="1076"/>
          <ac:spMkLst>
            <pc:docMk/>
            <pc:sldMk cId="3002568382" sldId="302"/>
            <ac:spMk id="7" creationId="{B6798DA1-B783-60F7-CF5C-D7E9AF9D0BCA}"/>
          </ac:spMkLst>
        </pc:spChg>
        <pc:spChg chg="add mod">
          <ac:chgData name="Mohammed shahbaaz Shaik" userId="00d35f0b3c9d7519" providerId="LiveId" clId="{3F971D7E-2F3C-44A0-B5D2-8162AE389A99}" dt="2026-02-19T16:52:29.534" v="3870" actId="20577"/>
          <ac:spMkLst>
            <pc:docMk/>
            <pc:sldMk cId="3002568382" sldId="302"/>
            <ac:spMk id="12" creationId="{93991117-0926-23AA-9A0A-F4089EF5B2B0}"/>
          </ac:spMkLst>
        </pc:spChg>
        <pc:picChg chg="add mod">
          <ac:chgData name="Mohammed shahbaaz Shaik" userId="00d35f0b3c9d7519" providerId="LiveId" clId="{3F971D7E-2F3C-44A0-B5D2-8162AE389A99}" dt="2026-02-09T10:51:35.642" v="3452" actId="1076"/>
          <ac:picMkLst>
            <pc:docMk/>
            <pc:sldMk cId="3002568382" sldId="302"/>
            <ac:picMk id="2050" creationId="{0AC11CFD-5F16-A497-9BC1-8893941907F6}"/>
          </ac:picMkLst>
        </pc:picChg>
      </pc:sldChg>
      <pc:sldChg chg="addSp delSp modSp mod modTransition modAnim">
        <pc:chgData name="Mohammed shahbaaz Shaik" userId="00d35f0b3c9d7519" providerId="LiveId" clId="{3F971D7E-2F3C-44A0-B5D2-8162AE389A99}" dt="2026-02-19T16:57:57.295" v="3921" actId="20577"/>
        <pc:sldMkLst>
          <pc:docMk/>
          <pc:sldMk cId="18519938" sldId="303"/>
        </pc:sldMkLst>
        <pc:spChg chg="add mod">
          <ac:chgData name="Mohammed shahbaaz Shaik" userId="00d35f0b3c9d7519" providerId="LiveId" clId="{3F971D7E-2F3C-44A0-B5D2-8162AE389A99}" dt="2026-02-19T16:57:57.295" v="3921" actId="20577"/>
          <ac:spMkLst>
            <pc:docMk/>
            <pc:sldMk cId="18519938" sldId="303"/>
            <ac:spMk id="4" creationId="{D1F4E9AD-75DC-C039-9E1A-F96363554976}"/>
          </ac:spMkLst>
        </pc:spChg>
        <pc:spChg chg="add mod">
          <ac:chgData name="Mohammed shahbaaz Shaik" userId="00d35f0b3c9d7519" providerId="LiveId" clId="{3F971D7E-2F3C-44A0-B5D2-8162AE389A99}" dt="2026-02-18T16:56:58.770" v="3602" actId="207"/>
          <ac:spMkLst>
            <pc:docMk/>
            <pc:sldMk cId="18519938" sldId="303"/>
            <ac:spMk id="8" creationId="{BCB00F0B-7199-3AEA-A190-D2CA37444224}"/>
          </ac:spMkLst>
        </pc:spChg>
        <pc:spChg chg="add mod">
          <ac:chgData name="Mohammed shahbaaz Shaik" userId="00d35f0b3c9d7519" providerId="LiveId" clId="{3F971D7E-2F3C-44A0-B5D2-8162AE389A99}" dt="2026-02-09T11:05:45.295" v="3494" actId="1035"/>
          <ac:spMkLst>
            <pc:docMk/>
            <pc:sldMk cId="18519938" sldId="303"/>
            <ac:spMk id="11" creationId="{8E226CE5-C2BA-4E36-8277-EE4D44EC87C5}"/>
          </ac:spMkLst>
        </pc:spChg>
        <pc:picChg chg="add mod">
          <ac:chgData name="Mohammed shahbaaz Shaik" userId="00d35f0b3c9d7519" providerId="LiveId" clId="{3F971D7E-2F3C-44A0-B5D2-8162AE389A99}" dt="2026-02-09T10:59:22.238" v="3459" actId="1076"/>
          <ac:picMkLst>
            <pc:docMk/>
            <pc:sldMk cId="18519938" sldId="303"/>
            <ac:picMk id="4098" creationId="{D110CB3B-63AF-DDD5-2663-E49A3B2C2F7F}"/>
          </ac:picMkLst>
        </pc:picChg>
      </pc:sldChg>
      <pc:sldChg chg="addSp delSp modSp mod modTransition">
        <pc:chgData name="Mohammed shahbaaz Shaik" userId="00d35f0b3c9d7519" providerId="LiveId" clId="{3F971D7E-2F3C-44A0-B5D2-8162AE389A99}" dt="2026-02-20T10:54:34.910" v="3989" actId="2711"/>
        <pc:sldMkLst>
          <pc:docMk/>
          <pc:sldMk cId="3414869479" sldId="304"/>
        </pc:sldMkLst>
        <pc:spChg chg="add mod">
          <ac:chgData name="Mohammed shahbaaz Shaik" userId="00d35f0b3c9d7519" providerId="LiveId" clId="{3F971D7E-2F3C-44A0-B5D2-8162AE389A99}" dt="2026-02-20T10:54:34.910" v="3989" actId="2711"/>
          <ac:spMkLst>
            <pc:docMk/>
            <pc:sldMk cId="3414869479" sldId="304"/>
            <ac:spMk id="9" creationId="{789963B8-F383-7DFC-F8AA-CE41B5B42A9E}"/>
          </ac:spMkLst>
        </pc:spChg>
        <pc:spChg chg="add mod">
          <ac:chgData name="Mohammed shahbaaz Shaik" userId="00d35f0b3c9d7519" providerId="LiveId" clId="{3F971D7E-2F3C-44A0-B5D2-8162AE389A99}" dt="2026-02-18T16:57:08.747" v="3603" actId="207"/>
          <ac:spMkLst>
            <pc:docMk/>
            <pc:sldMk cId="3414869479" sldId="304"/>
            <ac:spMk id="10" creationId="{D4ED10A6-F92E-13BB-6A19-14F90E8D66F9}"/>
          </ac:spMkLst>
        </pc:spChg>
        <pc:picChg chg="add mod">
          <ac:chgData name="Mohammed shahbaaz Shaik" userId="00d35f0b3c9d7519" providerId="LiveId" clId="{3F971D7E-2F3C-44A0-B5D2-8162AE389A99}" dt="2026-02-09T11:04:40.744" v="3478" actId="1076"/>
          <ac:picMkLst>
            <pc:docMk/>
            <pc:sldMk cId="3414869479" sldId="304"/>
            <ac:picMk id="5126" creationId="{56404434-ED1F-E247-EDE8-7C4083AC2936}"/>
          </ac:picMkLst>
        </pc:picChg>
      </pc:sldChg>
      <pc:sldChg chg="addSp delSp modSp mod modTransition">
        <pc:chgData name="Mohammed shahbaaz Shaik" userId="00d35f0b3c9d7519" providerId="LiveId" clId="{3F971D7E-2F3C-44A0-B5D2-8162AE389A99}" dt="2026-02-20T11:03:35.499" v="4034" actId="207"/>
        <pc:sldMkLst>
          <pc:docMk/>
          <pc:sldMk cId="3214688328" sldId="305"/>
        </pc:sldMkLst>
        <pc:spChg chg="mod">
          <ac:chgData name="Mohammed shahbaaz Shaik" userId="00d35f0b3c9d7519" providerId="LiveId" clId="{3F971D7E-2F3C-44A0-B5D2-8162AE389A99}" dt="2026-02-20T11:03:35.499" v="4034" actId="207"/>
          <ac:spMkLst>
            <pc:docMk/>
            <pc:sldMk cId="3214688328" sldId="305"/>
            <ac:spMk id="4" creationId="{F335830F-DF97-F0DD-A5E9-DA5BAC03F3D0}"/>
          </ac:spMkLst>
        </pc:spChg>
        <pc:spChg chg="mod">
          <ac:chgData name="Mohammed shahbaaz Shaik" userId="00d35f0b3c9d7519" providerId="LiveId" clId="{3F971D7E-2F3C-44A0-B5D2-8162AE389A99}" dt="2026-02-20T11:02:56.921" v="4027" actId="207"/>
          <ac:spMkLst>
            <pc:docMk/>
            <pc:sldMk cId="3214688328" sldId="305"/>
            <ac:spMk id="6" creationId="{59786D03-3D7E-9997-8C03-1CE2379DD74E}"/>
          </ac:spMkLst>
        </pc:spChg>
        <pc:spChg chg="add mod">
          <ac:chgData name="Mohammed shahbaaz Shaik" userId="00d35f0b3c9d7519" providerId="LiveId" clId="{3F971D7E-2F3C-44A0-B5D2-8162AE389A99}" dt="2026-02-20T10:55:32.009" v="3996" actId="1076"/>
          <ac:spMkLst>
            <pc:docMk/>
            <pc:sldMk cId="3214688328" sldId="305"/>
            <ac:spMk id="7" creationId="{7B023F41-16D8-50CE-8ED9-6596AD4D6F4A}"/>
          </ac:spMkLst>
        </pc:spChg>
        <pc:picChg chg="add mod">
          <ac:chgData name="Mohammed shahbaaz Shaik" userId="00d35f0b3c9d7519" providerId="LiveId" clId="{3F971D7E-2F3C-44A0-B5D2-8162AE389A99}" dt="2026-02-10T07:13:26.776" v="3548" actId="1076"/>
          <ac:picMkLst>
            <pc:docMk/>
            <pc:sldMk cId="3214688328" sldId="305"/>
            <ac:picMk id="2050" creationId="{B52EDA58-2FB5-1F13-8896-9C5E9E9F2F01}"/>
          </ac:picMkLst>
        </pc:picChg>
      </pc:sldChg>
      <pc:sldChg chg="addSp delSp modSp mod modTransition">
        <pc:chgData name="Mohammed shahbaaz Shaik" userId="00d35f0b3c9d7519" providerId="LiveId" clId="{3F971D7E-2F3C-44A0-B5D2-8162AE389A99}" dt="2026-02-20T11:05:08.854" v="4073" actId="20577"/>
        <pc:sldMkLst>
          <pc:docMk/>
          <pc:sldMk cId="2635737297" sldId="306"/>
        </pc:sldMkLst>
        <pc:spChg chg="add mod">
          <ac:chgData name="Mohammed shahbaaz Shaik" userId="00d35f0b3c9d7519" providerId="LiveId" clId="{3F971D7E-2F3C-44A0-B5D2-8162AE389A99}" dt="2026-02-20T11:01:39.159" v="4022" actId="1076"/>
          <ac:spMkLst>
            <pc:docMk/>
            <pc:sldMk cId="2635737297" sldId="306"/>
            <ac:spMk id="4" creationId="{BEA767F9-B26D-7C06-3DF1-177AAD3DB507}"/>
          </ac:spMkLst>
        </pc:spChg>
        <pc:spChg chg="add mod">
          <ac:chgData name="Mohammed shahbaaz Shaik" userId="00d35f0b3c9d7519" providerId="LiveId" clId="{3F971D7E-2F3C-44A0-B5D2-8162AE389A99}" dt="2026-02-20T11:01:26.186" v="4021" actId="1076"/>
          <ac:spMkLst>
            <pc:docMk/>
            <pc:sldMk cId="2635737297" sldId="306"/>
            <ac:spMk id="9" creationId="{73336EC6-E373-FC6A-9AD7-CB6A29F07B57}"/>
          </ac:spMkLst>
        </pc:spChg>
        <pc:spChg chg="add mod">
          <ac:chgData name="Mohammed shahbaaz Shaik" userId="00d35f0b3c9d7519" providerId="LiveId" clId="{3F971D7E-2F3C-44A0-B5D2-8162AE389A99}" dt="2026-02-20T11:05:08.854" v="4073" actId="20577"/>
          <ac:spMkLst>
            <pc:docMk/>
            <pc:sldMk cId="2635737297" sldId="306"/>
            <ac:spMk id="10" creationId="{EB6EB2BB-4D8C-79C7-08B6-EB2C9C587411}"/>
          </ac:spMkLst>
        </pc:spChg>
        <pc:picChg chg="add mod">
          <ac:chgData name="Mohammed shahbaaz Shaik" userId="00d35f0b3c9d7519" providerId="LiveId" clId="{3F971D7E-2F3C-44A0-B5D2-8162AE389A99}" dt="2026-02-10T07:12:24.733" v="3543" actId="1076"/>
          <ac:picMkLst>
            <pc:docMk/>
            <pc:sldMk cId="2635737297" sldId="306"/>
            <ac:picMk id="3074" creationId="{5347774B-6B27-2CFE-B293-ADD65FE679B7}"/>
          </ac:picMkLst>
        </pc:picChg>
      </pc:sldChg>
      <pc:sldChg chg="addSp delSp modSp new mod">
        <pc:chgData name="Mohammed shahbaaz Shaik" userId="00d35f0b3c9d7519" providerId="LiveId" clId="{3F971D7E-2F3C-44A0-B5D2-8162AE389A99}" dt="2026-03-11T07:55:40.575" v="4306" actId="14100"/>
        <pc:sldMkLst>
          <pc:docMk/>
          <pc:sldMk cId="694321625" sldId="310"/>
        </pc:sldMkLst>
        <pc:picChg chg="add mod">
          <ac:chgData name="Mohammed shahbaaz Shaik" userId="00d35f0b3c9d7519" providerId="LiveId" clId="{3F971D7E-2F3C-44A0-B5D2-8162AE389A99}" dt="2026-02-10T06:15:59.028" v="3513" actId="1076"/>
          <ac:picMkLst>
            <pc:docMk/>
            <pc:sldMk cId="694321625" sldId="310"/>
            <ac:picMk id="4" creationId="{E415AC84-A0F7-591D-515D-BFAA683C1244}"/>
          </ac:picMkLst>
        </pc:picChg>
        <pc:picChg chg="mod">
          <ac:chgData name="Mohammed shahbaaz Shaik" userId="00d35f0b3c9d7519" providerId="LiveId" clId="{3F971D7E-2F3C-44A0-B5D2-8162AE389A99}" dt="2026-03-11T07:55:40.575" v="4306" actId="14100"/>
          <ac:picMkLst>
            <pc:docMk/>
            <pc:sldMk cId="694321625" sldId="310"/>
            <ac:picMk id="9" creationId="{9F66C85F-C71F-201F-FB44-F5390675C248}"/>
          </ac:picMkLst>
        </pc:picChg>
      </pc:sldChg>
      <pc:sldChg chg="addSp delSp modSp new del mod ord modTransition setBg modAnim">
        <pc:chgData name="Mohammed shahbaaz Shaik" userId="00d35f0b3c9d7519" providerId="LiveId" clId="{3F971D7E-2F3C-44A0-B5D2-8162AE389A99}" dt="2026-03-11T07:24:39.858" v="4220" actId="47"/>
        <pc:sldMkLst>
          <pc:docMk/>
          <pc:sldMk cId="2041492447" sldId="311"/>
        </pc:sldMkLst>
      </pc:sldChg>
      <pc:sldChg chg="addSp delSp modSp new mod ord modTransition setBg">
        <pc:chgData name="Mohammed shahbaaz Shaik" userId="00d35f0b3c9d7519" providerId="LiveId" clId="{3F971D7E-2F3C-44A0-B5D2-8162AE389A99}" dt="2026-03-11T09:24:19.198" v="5270"/>
        <pc:sldMkLst>
          <pc:docMk/>
          <pc:sldMk cId="976618689" sldId="312"/>
        </pc:sldMkLst>
        <pc:spChg chg="mod">
          <ac:chgData name="Mohammed shahbaaz Shaik" userId="00d35f0b3c9d7519" providerId="LiveId" clId="{3F971D7E-2F3C-44A0-B5D2-8162AE389A99}" dt="2026-03-11T08:51:23.661" v="5218" actId="1076"/>
          <ac:spMkLst>
            <pc:docMk/>
            <pc:sldMk cId="976618689" sldId="312"/>
            <ac:spMk id="4" creationId="{F2988076-B5C2-4728-4733-D7B09ED7975E}"/>
          </ac:spMkLst>
        </pc:spChg>
        <pc:spChg chg="mod">
          <ac:chgData name="Mohammed shahbaaz Shaik" userId="00d35f0b3c9d7519" providerId="LiveId" clId="{3F971D7E-2F3C-44A0-B5D2-8162AE389A99}" dt="2026-03-11T08:51:32.658" v="5220" actId="14100"/>
          <ac:spMkLst>
            <pc:docMk/>
            <pc:sldMk cId="976618689" sldId="312"/>
            <ac:spMk id="6" creationId="{1060A870-8F39-138F-FDA2-DB3639F50DF3}"/>
          </ac:spMkLst>
        </pc:spChg>
      </pc:sldChg>
      <pc:sldChg chg="addSp delSp modSp add mod">
        <pc:chgData name="Mohammed shahbaaz Shaik" userId="00d35f0b3c9d7519" providerId="LiveId" clId="{3F971D7E-2F3C-44A0-B5D2-8162AE389A99}" dt="2026-02-18T16:08:36.607" v="3591" actId="207"/>
        <pc:sldMkLst>
          <pc:docMk/>
          <pc:sldMk cId="3546282336" sldId="315"/>
        </pc:sldMkLst>
        <pc:spChg chg="mod">
          <ac:chgData name="Mohammed shahbaaz Shaik" userId="00d35f0b3c9d7519" providerId="LiveId" clId="{3F971D7E-2F3C-44A0-B5D2-8162AE389A99}" dt="2026-02-18T16:08:36.607" v="3591" actId="207"/>
          <ac:spMkLst>
            <pc:docMk/>
            <pc:sldMk cId="3546282336" sldId="315"/>
            <ac:spMk id="16" creationId="{68571189-0FF1-7A48-5BA7-42D7CD9CE33A}"/>
          </ac:spMkLst>
        </pc:spChg>
        <pc:picChg chg="add mod">
          <ac:chgData name="Mohammed shahbaaz Shaik" userId="00d35f0b3c9d7519" providerId="LiveId" clId="{3F971D7E-2F3C-44A0-B5D2-8162AE389A99}" dt="2026-02-09T10:27:33.545" v="3407" actId="1076"/>
          <ac:picMkLst>
            <pc:docMk/>
            <pc:sldMk cId="3546282336" sldId="315"/>
            <ac:picMk id="4" creationId="{E6D5B895-0439-B936-6B4B-59E57A99E03F}"/>
          </ac:picMkLst>
        </pc:picChg>
        <pc:picChg chg="add mod">
          <ac:chgData name="Mohammed shahbaaz Shaik" userId="00d35f0b3c9d7519" providerId="LiveId" clId="{3F971D7E-2F3C-44A0-B5D2-8162AE389A99}" dt="2026-02-09T10:30:45.856" v="3425" actId="1076"/>
          <ac:picMkLst>
            <pc:docMk/>
            <pc:sldMk cId="3546282336" sldId="315"/>
            <ac:picMk id="9" creationId="{0596BC17-2AEF-6848-CB70-FF11A7B56798}"/>
          </ac:picMkLst>
        </pc:picChg>
        <pc:picChg chg="add mod ord">
          <ac:chgData name="Mohammed shahbaaz Shaik" userId="00d35f0b3c9d7519" providerId="LiveId" clId="{3F971D7E-2F3C-44A0-B5D2-8162AE389A99}" dt="2026-02-09T10:45:56.035" v="3441" actId="1076"/>
          <ac:picMkLst>
            <pc:docMk/>
            <pc:sldMk cId="3546282336" sldId="315"/>
            <ac:picMk id="15" creationId="{7707EAF0-7802-0461-9CCC-B36FD04DCC59}"/>
          </ac:picMkLst>
        </pc:picChg>
      </pc:sldChg>
      <pc:sldChg chg="addSp delSp modSp add mod ord addAnim delAnim modAnim">
        <pc:chgData name="Mohammed shahbaaz Shaik" userId="00d35f0b3c9d7519" providerId="LiveId" clId="{3F971D7E-2F3C-44A0-B5D2-8162AE389A99}" dt="2026-03-11T09:31:15.077" v="5301" actId="20577"/>
        <pc:sldMkLst>
          <pc:docMk/>
          <pc:sldMk cId="1559282920" sldId="316"/>
        </pc:sldMkLst>
        <pc:spChg chg="mod">
          <ac:chgData name="Mohammed shahbaaz Shaik" userId="00d35f0b3c9d7519" providerId="LiveId" clId="{3F971D7E-2F3C-44A0-B5D2-8162AE389A99}" dt="2026-03-11T09:31:15.077" v="5301" actId="20577"/>
          <ac:spMkLst>
            <pc:docMk/>
            <pc:sldMk cId="1559282920" sldId="316"/>
            <ac:spMk id="2" creationId="{A97C466D-1CF9-5E30-BA07-B1FE7E801BD0}"/>
          </ac:spMkLst>
        </pc:spChg>
        <pc:spChg chg="add mod">
          <ac:chgData name="Mohammed shahbaaz Shaik" userId="00d35f0b3c9d7519" providerId="LiveId" clId="{3F971D7E-2F3C-44A0-B5D2-8162AE389A99}" dt="2026-03-11T05:59:13.048" v="4180" actId="571"/>
          <ac:spMkLst>
            <pc:docMk/>
            <pc:sldMk cId="1559282920" sldId="316"/>
            <ac:spMk id="5" creationId="{90069A7B-F786-D17A-307E-E6D39B3E8053}"/>
          </ac:spMkLst>
        </pc:spChg>
        <pc:spChg chg="add mod">
          <ac:chgData name="Mohammed shahbaaz Shaik" userId="00d35f0b3c9d7519" providerId="LiveId" clId="{3F971D7E-2F3C-44A0-B5D2-8162AE389A99}" dt="2026-03-11T05:59:13.048" v="4180" actId="571"/>
          <ac:spMkLst>
            <pc:docMk/>
            <pc:sldMk cId="1559282920" sldId="316"/>
            <ac:spMk id="6" creationId="{4404E626-D21A-F227-7243-031E5DF4E749}"/>
          </ac:spMkLst>
        </pc:spChg>
        <pc:spChg chg="add mod">
          <ac:chgData name="Mohammed shahbaaz Shaik" userId="00d35f0b3c9d7519" providerId="LiveId" clId="{3F971D7E-2F3C-44A0-B5D2-8162AE389A99}" dt="2026-03-11T05:59:13.048" v="4180" actId="571"/>
          <ac:spMkLst>
            <pc:docMk/>
            <pc:sldMk cId="1559282920" sldId="316"/>
            <ac:spMk id="7" creationId="{DE234A85-3257-641E-E167-EBA0AB0A5AF9}"/>
          </ac:spMkLst>
        </pc:spChg>
        <pc:spChg chg="add mod">
          <ac:chgData name="Mohammed shahbaaz Shaik" userId="00d35f0b3c9d7519" providerId="LiveId" clId="{3F971D7E-2F3C-44A0-B5D2-8162AE389A99}" dt="2026-03-11T06:14:29.683" v="4188" actId="571"/>
          <ac:spMkLst>
            <pc:docMk/>
            <pc:sldMk cId="1559282920" sldId="316"/>
            <ac:spMk id="8" creationId="{DE18C071-E939-6EB2-3282-1D326219A015}"/>
          </ac:spMkLst>
        </pc:spChg>
        <pc:spChg chg="add mod">
          <ac:chgData name="Mohammed shahbaaz Shaik" userId="00d35f0b3c9d7519" providerId="LiveId" clId="{3F971D7E-2F3C-44A0-B5D2-8162AE389A99}" dt="2026-03-11T06:14:29.683" v="4188" actId="571"/>
          <ac:spMkLst>
            <pc:docMk/>
            <pc:sldMk cId="1559282920" sldId="316"/>
            <ac:spMk id="9" creationId="{79FA9138-0618-EFA1-35C4-6C3B3414B59C}"/>
          </ac:spMkLst>
        </pc:spChg>
        <pc:spChg chg="add mod">
          <ac:chgData name="Mohammed shahbaaz Shaik" userId="00d35f0b3c9d7519" providerId="LiveId" clId="{3F971D7E-2F3C-44A0-B5D2-8162AE389A99}" dt="2026-03-11T09:30:05.042" v="5294" actId="571"/>
          <ac:spMkLst>
            <pc:docMk/>
            <pc:sldMk cId="1559282920" sldId="316"/>
            <ac:spMk id="9" creationId="{E9B2007C-9F17-42C9-BA9A-70CCC316F8D7}"/>
          </ac:spMkLst>
        </pc:spChg>
        <pc:spChg chg="mod ord topLvl">
          <ac:chgData name="Mohammed shahbaaz Shaik" userId="00d35f0b3c9d7519" providerId="LiveId" clId="{3F971D7E-2F3C-44A0-B5D2-8162AE389A99}" dt="2026-03-11T09:23:01.384" v="5263" actId="164"/>
          <ac:spMkLst>
            <pc:docMk/>
            <pc:sldMk cId="1559282920" sldId="316"/>
            <ac:spMk id="10" creationId="{284053B7-515A-037C-397E-7429D787B6C3}"/>
          </ac:spMkLst>
        </pc:spChg>
        <pc:spChg chg="mod ord topLvl">
          <ac:chgData name="Mohammed shahbaaz Shaik" userId="00d35f0b3c9d7519" providerId="LiveId" clId="{3F971D7E-2F3C-44A0-B5D2-8162AE389A99}" dt="2026-03-11T09:23:01.384" v="5263" actId="164"/>
          <ac:spMkLst>
            <pc:docMk/>
            <pc:sldMk cId="1559282920" sldId="316"/>
            <ac:spMk id="11" creationId="{8FD8C72D-8ACA-1A60-ABEE-4AB96202389D}"/>
          </ac:spMkLst>
        </pc:spChg>
        <pc:spChg chg="mod ord topLvl">
          <ac:chgData name="Mohammed shahbaaz Shaik" userId="00d35f0b3c9d7519" providerId="LiveId" clId="{3F971D7E-2F3C-44A0-B5D2-8162AE389A99}" dt="2026-03-11T09:23:01.384" v="5263" actId="164"/>
          <ac:spMkLst>
            <pc:docMk/>
            <pc:sldMk cId="1559282920" sldId="316"/>
            <ac:spMk id="12" creationId="{322FAF01-12F3-AAD4-C896-DC50AEF57A4B}"/>
          </ac:spMkLst>
        </pc:spChg>
        <pc:spChg chg="add mod">
          <ac:chgData name="Mohammed shahbaaz Shaik" userId="00d35f0b3c9d7519" providerId="LiveId" clId="{3F971D7E-2F3C-44A0-B5D2-8162AE389A99}" dt="2026-03-11T06:14:29.683" v="4188" actId="571"/>
          <ac:spMkLst>
            <pc:docMk/>
            <pc:sldMk cId="1559282920" sldId="316"/>
            <ac:spMk id="13" creationId="{09F3D98C-9034-77A4-63CD-2C333DC652AF}"/>
          </ac:spMkLst>
        </pc:spChg>
        <pc:spChg chg="add mod">
          <ac:chgData name="Mohammed shahbaaz Shaik" userId="00d35f0b3c9d7519" providerId="LiveId" clId="{3F971D7E-2F3C-44A0-B5D2-8162AE389A99}" dt="2026-03-11T09:30:05.042" v="5294" actId="571"/>
          <ac:spMkLst>
            <pc:docMk/>
            <pc:sldMk cId="1559282920" sldId="316"/>
            <ac:spMk id="13" creationId="{D7F68746-0B49-5A12-376C-C2741DE6FED4}"/>
          </ac:spMkLst>
        </pc:spChg>
        <pc:spChg chg="mod ord topLvl">
          <ac:chgData name="Mohammed shahbaaz Shaik" userId="00d35f0b3c9d7519" providerId="LiveId" clId="{3F971D7E-2F3C-44A0-B5D2-8162AE389A99}" dt="2026-03-11T09:28:00.717" v="5282" actId="164"/>
          <ac:spMkLst>
            <pc:docMk/>
            <pc:sldMk cId="1559282920" sldId="316"/>
            <ac:spMk id="14" creationId="{5C9FEDFE-5F47-F01E-30EF-133A51FA9945}"/>
          </ac:spMkLst>
        </pc:spChg>
        <pc:spChg chg="mod ord topLvl">
          <ac:chgData name="Mohammed shahbaaz Shaik" userId="00d35f0b3c9d7519" providerId="LiveId" clId="{3F971D7E-2F3C-44A0-B5D2-8162AE389A99}" dt="2026-03-11T09:28:00.717" v="5282" actId="164"/>
          <ac:spMkLst>
            <pc:docMk/>
            <pc:sldMk cId="1559282920" sldId="316"/>
            <ac:spMk id="15" creationId="{D0E571A8-AACC-052E-4331-D76EC5DE5BBA}"/>
          </ac:spMkLst>
        </pc:spChg>
        <pc:spChg chg="add mod">
          <ac:chgData name="Mohammed shahbaaz Shaik" userId="00d35f0b3c9d7519" providerId="LiveId" clId="{3F971D7E-2F3C-44A0-B5D2-8162AE389A99}" dt="2026-03-11T09:30:05.042" v="5294" actId="571"/>
          <ac:spMkLst>
            <pc:docMk/>
            <pc:sldMk cId="1559282920" sldId="316"/>
            <ac:spMk id="16" creationId="{A4132640-692C-5242-BC86-F16DBDF49A94}"/>
          </ac:spMkLst>
        </pc:spChg>
        <pc:spChg chg="add mod">
          <ac:chgData name="Mohammed shahbaaz Shaik" userId="00d35f0b3c9d7519" providerId="LiveId" clId="{3F971D7E-2F3C-44A0-B5D2-8162AE389A99}" dt="2026-03-11T06:23:29.105" v="4212" actId="571"/>
          <ac:spMkLst>
            <pc:docMk/>
            <pc:sldMk cId="1559282920" sldId="316"/>
            <ac:spMk id="17" creationId="{E9EB5306-D699-4181-E1FA-F032033A7214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18" creationId="{8161B709-0D55-0D36-FF39-5F8091134A44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19" creationId="{53034C3D-2C0F-086A-2AED-FBD0742B19F8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20" creationId="{276CBBF0-4C67-6B76-8D26-DE5A54011344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21" creationId="{4C18F2A0-6C50-763E-0E3C-2CD20D203E30}"/>
          </ac:spMkLst>
        </pc:spChg>
        <pc:spChg chg="add mod">
          <ac:chgData name="Mohammed shahbaaz Shaik" userId="00d35f0b3c9d7519" providerId="LiveId" clId="{3F971D7E-2F3C-44A0-B5D2-8162AE389A99}" dt="2026-03-11T06:23:29.105" v="4212" actId="571"/>
          <ac:spMkLst>
            <pc:docMk/>
            <pc:sldMk cId="1559282920" sldId="316"/>
            <ac:spMk id="22" creationId="{9A0C8912-D7C3-ABBF-278C-7D227843FC2A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23" creationId="{42E790E8-1689-04CB-4129-4E85BF1A92C1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24" creationId="{F9FBF60E-3454-F39A-2485-8899BD5F7B47}"/>
          </ac:spMkLst>
        </pc:spChg>
        <pc:spChg chg="add mod">
          <ac:chgData name="Mohammed shahbaaz Shaik" userId="00d35f0b3c9d7519" providerId="LiveId" clId="{3F971D7E-2F3C-44A0-B5D2-8162AE389A99}" dt="2026-03-11T06:23:29.105" v="4212" actId="571"/>
          <ac:spMkLst>
            <pc:docMk/>
            <pc:sldMk cId="1559282920" sldId="316"/>
            <ac:spMk id="25" creationId="{486097F1-1873-9EE7-0085-3699C262CFE3}"/>
          </ac:spMkLst>
        </pc:spChg>
        <pc:grpChg chg="add del mod">
          <ac:chgData name="Mohammed shahbaaz Shaik" userId="00d35f0b3c9d7519" providerId="LiveId" clId="{3F971D7E-2F3C-44A0-B5D2-8162AE389A99}" dt="2026-03-11T09:19:24.612" v="5246" actId="165"/>
          <ac:grpSpMkLst>
            <pc:docMk/>
            <pc:sldMk cId="1559282920" sldId="316"/>
            <ac:grpSpMk id="3" creationId="{84653F2D-E886-8E5A-54C6-7ACF95E59107}"/>
          </ac:grpSpMkLst>
        </pc:grpChg>
        <pc:grpChg chg="add del mod">
          <ac:chgData name="Mohammed shahbaaz Shaik" userId="00d35f0b3c9d7519" providerId="LiveId" clId="{3F971D7E-2F3C-44A0-B5D2-8162AE389A99}" dt="2026-03-11T09:22:13.991" v="5261" actId="165"/>
          <ac:grpSpMkLst>
            <pc:docMk/>
            <pc:sldMk cId="1559282920" sldId="316"/>
            <ac:grpSpMk id="4" creationId="{19E91472-C625-3325-9840-F2D15D635849}"/>
          </ac:grpSpMkLst>
        </pc:grpChg>
        <pc:grpChg chg="add del mod">
          <ac:chgData name="Mohammed shahbaaz Shaik" userId="00d35f0b3c9d7519" providerId="LiveId" clId="{3F971D7E-2F3C-44A0-B5D2-8162AE389A99}" dt="2026-03-11T06:14:07.503" v="4186" actId="165"/>
          <ac:grpSpMkLst>
            <pc:docMk/>
            <pc:sldMk cId="1559282920" sldId="316"/>
            <ac:grpSpMk id="4" creationId="{BE7708E3-90F6-7548-85B3-6DFB13168A66}"/>
          </ac:grpSpMkLst>
        </pc:grpChg>
        <pc:grpChg chg="add del mod ord">
          <ac:chgData name="Mohammed shahbaaz Shaik" userId="00d35f0b3c9d7519" providerId="LiveId" clId="{3F971D7E-2F3C-44A0-B5D2-8162AE389A99}" dt="2026-03-11T09:25:51.795" v="5276" actId="165"/>
          <ac:grpSpMkLst>
            <pc:docMk/>
            <pc:sldMk cId="1559282920" sldId="316"/>
            <ac:grpSpMk id="5" creationId="{51BAD65C-A8A8-D65E-ED94-F3210BD060F2}"/>
          </ac:grpSpMkLst>
        </pc:grpChg>
        <pc:grpChg chg="add mod ord">
          <ac:chgData name="Mohammed shahbaaz Shaik" userId="00d35f0b3c9d7519" providerId="LiveId" clId="{3F971D7E-2F3C-44A0-B5D2-8162AE389A99}" dt="2026-03-11T09:25:06.448" v="5272" actId="166"/>
          <ac:grpSpMkLst>
            <pc:docMk/>
            <pc:sldMk cId="1559282920" sldId="316"/>
            <ac:grpSpMk id="6" creationId="{9739DE71-17C7-1F1B-A526-B8DA767F0F8B}"/>
          </ac:grpSpMkLst>
        </pc:grpChg>
        <pc:grpChg chg="add mod">
          <ac:chgData name="Mohammed shahbaaz Shaik" userId="00d35f0b3c9d7519" providerId="LiveId" clId="{3F971D7E-2F3C-44A0-B5D2-8162AE389A99}" dt="2026-03-11T09:27:08.759" v="5279" actId="164"/>
          <ac:grpSpMkLst>
            <pc:docMk/>
            <pc:sldMk cId="1559282920" sldId="316"/>
            <ac:grpSpMk id="7" creationId="{736E7ECF-074E-CA92-634E-F82138025868}"/>
          </ac:grpSpMkLst>
        </pc:grpChg>
        <pc:grpChg chg="add mod">
          <ac:chgData name="Mohammed shahbaaz Shaik" userId="00d35f0b3c9d7519" providerId="LiveId" clId="{3F971D7E-2F3C-44A0-B5D2-8162AE389A99}" dt="2026-03-11T09:28:00.717" v="5282" actId="164"/>
          <ac:grpSpMkLst>
            <pc:docMk/>
            <pc:sldMk cId="1559282920" sldId="316"/>
            <ac:grpSpMk id="8" creationId="{7D8F7A53-EAAC-3739-317F-2D56154DCC10}"/>
          </ac:grpSpMkLst>
        </pc:grpChg>
        <pc:grpChg chg="add del mod">
          <ac:chgData name="Mohammed shahbaaz Shaik" userId="00d35f0b3c9d7519" providerId="LiveId" clId="{3F971D7E-2F3C-44A0-B5D2-8162AE389A99}" dt="2026-03-11T06:23:08.700" v="4209" actId="165"/>
          <ac:grpSpMkLst>
            <pc:docMk/>
            <pc:sldMk cId="1559282920" sldId="316"/>
            <ac:grpSpMk id="16" creationId="{6AB93F7C-923C-1F12-BB97-9CAE9BD7E655}"/>
          </ac:grpSpMkLst>
        </pc:grpChg>
        <pc:grpChg chg="add del mod">
          <ac:chgData name="Mohammed shahbaaz Shaik" userId="00d35f0b3c9d7519" providerId="LiveId" clId="{3F971D7E-2F3C-44A0-B5D2-8162AE389A99}" dt="2026-03-11T09:21:15.505" v="5258" actId="165"/>
          <ac:grpSpMkLst>
            <pc:docMk/>
            <pc:sldMk cId="1559282920" sldId="316"/>
            <ac:grpSpMk id="26" creationId="{8D393508-C2B5-A0BC-E16A-2200417EA3B2}"/>
          </ac:grpSpMkLst>
        </pc:grpChg>
      </pc:sldChg>
      <pc:sldMasterChg chg="setBg delSldLayout modSldLayout">
        <pc:chgData name="Mohammed shahbaaz Shaik" userId="00d35f0b3c9d7519" providerId="LiveId" clId="{3F971D7E-2F3C-44A0-B5D2-8162AE389A99}" dt="2026-03-11T05:54:05.476" v="4164"/>
        <pc:sldMasterMkLst>
          <pc:docMk/>
          <pc:sldMasterMk cId="0" sldId="2147483648"/>
        </pc:sldMasterMkLst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8545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7580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2638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hbaaz2803" TargetMode="External"/><Relationship Id="rId2" Type="http://schemas.openxmlformats.org/officeDocument/2006/relationships/hyperlink" Target="https://in.linkedin.com/in/shahbaaz-shaik-a52764366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Mrudhula736" TargetMode="External"/><Relationship Id="rId4" Type="http://schemas.openxmlformats.org/officeDocument/2006/relationships/hyperlink" Target="https://www.linkedin.com/in/pulugu-mrudhula-3485ba257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362561"/>
            <a:ext cx="12190815" cy="73000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9D0B13-674C-E421-E886-0BF516DCB93F}"/>
              </a:ext>
            </a:extLst>
          </p:cNvPr>
          <p:cNvSpPr txBox="1"/>
          <p:nvPr/>
        </p:nvSpPr>
        <p:spPr>
          <a:xfrm>
            <a:off x="1285458" y="3469401"/>
            <a:ext cx="9621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doni MT" panose="02070603080606020203" pitchFamily="18" charset="0"/>
              </a:rPr>
              <a:t>Eazy Diner Through Web Scrapping and 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79A90D-7CFF-935B-9CF2-D3EEBEF6B4E2}"/>
              </a:ext>
            </a:extLst>
          </p:cNvPr>
          <p:cNvSpPr txBox="1"/>
          <p:nvPr/>
        </p:nvSpPr>
        <p:spPr>
          <a:xfrm>
            <a:off x="4576710" y="4591807"/>
            <a:ext cx="28394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Shahbaaz Shaik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Mrudhula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Pulugu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99;p1">
            <a:extLst>
              <a:ext uri="{FF2B5EF4-FFF2-40B4-BE49-F238E27FC236}">
                <a16:creationId xmlns:a16="http://schemas.microsoft.com/office/drawing/2014/main" id="{546621C8-A6FA-3BC5-2858-1F2230E6DB41}"/>
              </a:ext>
            </a:extLst>
          </p:cNvPr>
          <p:cNvSpPr txBox="1"/>
          <p:nvPr/>
        </p:nvSpPr>
        <p:spPr>
          <a:xfrm>
            <a:off x="4775830" y="4130183"/>
            <a:ext cx="264033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Project Associates</a:t>
            </a:r>
            <a:endParaRPr sz="24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988076-B5C2-4728-4733-D7B09ED7975E}"/>
              </a:ext>
            </a:extLst>
          </p:cNvPr>
          <p:cNvSpPr txBox="1"/>
          <p:nvPr/>
        </p:nvSpPr>
        <p:spPr>
          <a:xfrm>
            <a:off x="1146312" y="1369871"/>
            <a:ext cx="87956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Shahbaaz Shaik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of Science MSCs Graduate | Data Analytics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in Python | EDA |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https://in.linkedin.com/in/shahbaaz-shaik-a52764366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https://github.com/shahbaaz2803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Mrudhula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Pulugu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CSE(AI) Graduate | Data Analytics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in Python | EDA |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https://www.linkedin.com/in/pulugu-mrudhula-3485ba257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https://github.com/Mrudhula736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60A870-8F39-138F-FDA2-DB3639F50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313" y="1000539"/>
            <a:ext cx="1944757" cy="369332"/>
          </a:xfrm>
        </p:spPr>
        <p:txBody>
          <a:bodyPr>
            <a:noAutofit/>
          </a:bodyPr>
          <a:lstStyle/>
          <a:p>
            <a:r>
              <a:rPr lang="en-IN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</a:p>
        </p:txBody>
      </p:sp>
    </p:spTree>
    <p:extLst>
      <p:ext uri="{BB962C8B-B14F-4D97-AF65-F5344CB8AC3E}">
        <p14:creationId xmlns:p14="http://schemas.microsoft.com/office/powerpoint/2010/main" val="976618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34E6B-B536-610B-712C-36266E7D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7C466D-1CF9-5E30-BA07-B1FE7E801BD0}"/>
              </a:ext>
            </a:extLst>
          </p:cNvPr>
          <p:cNvSpPr txBox="1"/>
          <p:nvPr/>
        </p:nvSpPr>
        <p:spPr>
          <a:xfrm>
            <a:off x="377687" y="377687"/>
            <a:ext cx="35383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8F7A53-EAAC-3739-317F-2D56154DCC10}"/>
              </a:ext>
            </a:extLst>
          </p:cNvPr>
          <p:cNvGrpSpPr/>
          <p:nvPr/>
        </p:nvGrpSpPr>
        <p:grpSpPr>
          <a:xfrm>
            <a:off x="3687418" y="2087216"/>
            <a:ext cx="5158410" cy="2683567"/>
            <a:chOff x="3687418" y="2087216"/>
            <a:chExt cx="5158410" cy="2683567"/>
          </a:xfrm>
        </p:grpSpPr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5C9FEDFE-5F47-F01E-30EF-133A51FA9945}"/>
                </a:ext>
              </a:extLst>
            </p:cNvPr>
            <p:cNvSpPr/>
            <p:nvPr/>
          </p:nvSpPr>
          <p:spPr>
            <a:xfrm>
              <a:off x="3687418" y="4283765"/>
              <a:ext cx="5158410" cy="487018"/>
            </a:xfrm>
            <a:prstGeom prst="parallelogram">
              <a:avLst>
                <a:gd name="adj" fmla="val 543367"/>
              </a:avLst>
            </a:prstGeom>
            <a:solidFill>
              <a:srgbClr val="83A141"/>
            </a:solidFill>
            <a:ln>
              <a:noFill/>
            </a:ln>
            <a:effectLst>
              <a:outerShdw blurRad="254000" dist="215900" dir="5400000" kx="-12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D0E571A8-AACC-052E-4331-D76EC5DE5BBA}"/>
                </a:ext>
              </a:extLst>
            </p:cNvPr>
            <p:cNvSpPr/>
            <p:nvPr/>
          </p:nvSpPr>
          <p:spPr>
            <a:xfrm>
              <a:off x="5019259" y="2087216"/>
              <a:ext cx="2544417" cy="487017"/>
            </a:xfrm>
            <a:prstGeom prst="parallelogram">
              <a:avLst>
                <a:gd name="adj" fmla="val 269784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outerShdw blurRad="254000" dist="215900" dir="5400000" sy="23000" kx="-12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739DE71-17C7-1F1B-A526-B8DA767F0F8B}"/>
              </a:ext>
            </a:extLst>
          </p:cNvPr>
          <p:cNvGrpSpPr/>
          <p:nvPr/>
        </p:nvGrpSpPr>
        <p:grpSpPr>
          <a:xfrm>
            <a:off x="2872408" y="188843"/>
            <a:ext cx="7116417" cy="5943601"/>
            <a:chOff x="2872408" y="188843"/>
            <a:chExt cx="7116417" cy="5943601"/>
          </a:xfrm>
        </p:grpSpPr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284053B7-515A-037C-397E-7429D787B6C3}"/>
                </a:ext>
              </a:extLst>
            </p:cNvPr>
            <p:cNvSpPr/>
            <p:nvPr/>
          </p:nvSpPr>
          <p:spPr>
            <a:xfrm>
              <a:off x="5287616" y="188843"/>
              <a:ext cx="2266121" cy="1898373"/>
            </a:xfrm>
            <a:prstGeom prst="trapezoid">
              <a:avLst>
                <a:gd name="adj" fmla="val 92818"/>
              </a:avLst>
            </a:prstGeom>
            <a:solidFill>
              <a:srgbClr val="43A047"/>
            </a:solidFill>
            <a:ln>
              <a:noFill/>
            </a:ln>
            <a:effectLst>
              <a:outerShdw blurRad="254000" dist="215900" dir="54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322FAF01-12F3-AAD4-C896-DC50AEF57A4B}"/>
                </a:ext>
              </a:extLst>
            </p:cNvPr>
            <p:cNvSpPr/>
            <p:nvPr/>
          </p:nvSpPr>
          <p:spPr>
            <a:xfrm>
              <a:off x="2872408" y="4770783"/>
              <a:ext cx="7116417" cy="1361661"/>
            </a:xfrm>
            <a:prstGeom prst="trapezoid">
              <a:avLst>
                <a:gd name="adj" fmla="val 59336"/>
              </a:avLst>
            </a:prstGeom>
            <a:solidFill>
              <a:srgbClr val="E86C32"/>
            </a:solidFill>
            <a:ln>
              <a:noFill/>
            </a:ln>
            <a:effectLst>
              <a:outerShdw blurRad="254000" dist="2159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8FD8C72D-8ACA-1A60-ABEE-4AB96202389D}"/>
                </a:ext>
              </a:extLst>
            </p:cNvPr>
            <p:cNvSpPr/>
            <p:nvPr/>
          </p:nvSpPr>
          <p:spPr>
            <a:xfrm>
              <a:off x="3975653" y="2574234"/>
              <a:ext cx="4870174" cy="1709531"/>
            </a:xfrm>
            <a:prstGeom prst="trapezoid">
              <a:avLst>
                <a:gd name="adj" fmla="val 59506"/>
              </a:avLst>
            </a:prstGeom>
            <a:solidFill>
              <a:srgbClr val="A1CE4B"/>
            </a:solidFill>
            <a:ln>
              <a:noFill/>
            </a:ln>
            <a:effectLst>
              <a:outerShdw blurRad="254000" dist="215900" dir="54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endParaRPr lang="en-GB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9FBF60E-3454-F39A-2485-8899BD5F7B47}"/>
              </a:ext>
            </a:extLst>
          </p:cNvPr>
          <p:cNvSpPr txBox="1"/>
          <p:nvPr/>
        </p:nvSpPr>
        <p:spPr>
          <a:xfrm>
            <a:off x="4641573" y="4733671"/>
            <a:ext cx="55659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– Details (Websites, Processor followed by us)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Data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61B709-0D55-0D36-FF39-5F8091134A44}"/>
              </a:ext>
            </a:extLst>
          </p:cNvPr>
          <p:cNvSpPr txBox="1"/>
          <p:nvPr/>
        </p:nvSpPr>
        <p:spPr>
          <a:xfrm>
            <a:off x="4770779" y="2812772"/>
            <a:ext cx="904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rial Black" panose="020B0A04020102020204" pitchFamily="34" charset="0"/>
              </a:rPr>
              <a:t>02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6CBBF0-4C67-6B76-8D26-DE5A54011344}"/>
              </a:ext>
            </a:extLst>
          </p:cNvPr>
          <p:cNvSpPr txBox="1"/>
          <p:nvPr/>
        </p:nvSpPr>
        <p:spPr>
          <a:xfrm>
            <a:off x="5938631" y="844790"/>
            <a:ext cx="944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034C3D-2C0F-086A-2AED-FBD0742B19F8}"/>
              </a:ext>
            </a:extLst>
          </p:cNvPr>
          <p:cNvSpPr txBox="1"/>
          <p:nvPr/>
        </p:nvSpPr>
        <p:spPr>
          <a:xfrm>
            <a:off x="5536094" y="1474375"/>
            <a:ext cx="2027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Conclusion </a:t>
            </a:r>
          </a:p>
          <a:p>
            <a:pPr lvl="1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Experience/Challenges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E790E8-1689-04CB-4129-4E85BF1A92C1}"/>
              </a:ext>
            </a:extLst>
          </p:cNvPr>
          <p:cNvSpPr txBox="1"/>
          <p:nvPr/>
        </p:nvSpPr>
        <p:spPr>
          <a:xfrm>
            <a:off x="3503544" y="4976748"/>
            <a:ext cx="944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18F2A0-6C50-763E-0E3C-2CD20D203E30}"/>
              </a:ext>
            </a:extLst>
          </p:cNvPr>
          <p:cNvSpPr txBox="1"/>
          <p:nvPr/>
        </p:nvSpPr>
        <p:spPr>
          <a:xfrm>
            <a:off x="4865204" y="2825880"/>
            <a:ext cx="40352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Exploratory Data Analysis: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 Cleaning Steps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 Manipulation Steps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 Steps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 Steps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Variate Analysis steps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282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24" grpId="0"/>
      <p:bldP spid="18" grpId="0"/>
      <p:bldP spid="20" grpId="0"/>
      <p:bldP spid="19" grpId="0"/>
      <p:bldP spid="23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F300-581A-6B8F-A312-C35A6953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1A9A-2564-AA7C-565B-1F8821CB1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9064C4DB-8CED-18C3-5755-7C2744B8F8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ABDF8B4B-0C8D-A7A5-8A68-01D6A1E165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4A4CA39-F969-35CB-1E7C-CD9376B09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3279" y="956571"/>
            <a:ext cx="1133640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Data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collected from an online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through Web scraping.</a:t>
            </a:r>
          </a:p>
          <a:p>
            <a:pPr algn="just">
              <a:lnSpc>
                <a:spcPct val="10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details like Restaurant name, city, area, cuisine type, cost for two and ratings.</a:t>
            </a:r>
          </a:p>
          <a:p>
            <a:pPr algn="just">
              <a:lnSpc>
                <a:spcPct val="10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raw data was cleaned and organized by removing duplicates and formatting inconsistent values.</a:t>
            </a:r>
          </a:p>
          <a:p>
            <a:pPr algn="just">
              <a:lnSpc>
                <a:spcPct val="100000"/>
              </a:lnSpc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performed to understand pricing patterns, customer preferences, and restaurant performance across cities.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created to effectively showcase trends in price versus ratings and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types.</a:t>
            </a:r>
          </a:p>
          <a:p>
            <a:pPr algn="just">
              <a:lnSpc>
                <a:spcPct val="10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help customers choose restaurants that best match their preferences and assist businesses in refining their pricing and 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2537943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12" y="358642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2663EF-62FF-8216-E72C-CE826715273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7800" y="1417600"/>
            <a:ext cx="11336400" cy="468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8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restaurant industry is rapidly expanding across major Indian cities, leading to high competition and diverse customer choices.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often struggle to identify restaurants that fit their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budget, preferred cuisine, and quality expectations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analyze data from platforms like </a:t>
            </a:r>
            <a:r>
              <a:rPr lang="en-US" altLang="en-US" sz="2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trends in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cost, ratings, and cuisine popularity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cities.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 lack data-driven insights to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pricing, improve service quality,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satisfaction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analysis can help businesses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informed strategic decisions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help customers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better dining options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real insights.</a:t>
            </a:r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20" y="499416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tives: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A9C7E8-2BD2-6098-FF07-D883196AF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73296" y="1594338"/>
            <a:ext cx="11336400" cy="468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real-time Restaurant data from an online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website using web scraping.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the collected data for accurate and structured analysis.</a:t>
            </a: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relationship between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for two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most common and popular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cuisine types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areas.</a:t>
            </a: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trends and comparisons using charts for better market understanding.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compare restaurant performance based on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and pricing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trends.</a:t>
            </a: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extract insights that help in understanding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positioning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77" y="0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Scraping: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D5F9008-6A00-E6E6-8FDA-0459581E9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77" y="600163"/>
            <a:ext cx="6832969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2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automatically extract restaurant details from the </a:t>
            </a: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website.</a:t>
            </a: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created using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leveraging libraries such as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fetch and parse data from multiple city pages.</a:t>
            </a:r>
          </a:p>
          <a:p>
            <a:pPr marL="342900" lvl="7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HTML elements such as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Name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Cuisine Type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for Two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identified and extracted from each listing.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extraction loop was automated to navigate through multiple pages for each city, ensuring the collection of a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and diverse dataset.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 was stored in a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format (CSV)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 further cleaning and analysis.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 was taken to remove advertisements,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elements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entries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irrelevant tags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during data extraction.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was a clean, structured raw dataset, ready for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scraper targeted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 major cities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India and abroad, including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Delhi-</a:t>
            </a:r>
            <a:r>
              <a:rPr lang="en-US" alt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NCR,Mumbai,Pune,Goa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Dubai,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others.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2BCF0-1A0F-2DA4-EE75-7F47802FF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897" y="823817"/>
            <a:ext cx="4681330" cy="497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63044B-AF21-5210-605D-D2E8548BD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744" b="31847"/>
          <a:stretch>
            <a:fillRect/>
          </a:stretch>
        </p:blipFill>
        <p:spPr>
          <a:xfrm>
            <a:off x="7361826" y="4735235"/>
            <a:ext cx="3900996" cy="114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14ED5B-CE6B-6FEA-5ACD-D2D906230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499" y="3050222"/>
            <a:ext cx="3705225" cy="1228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FC6FD3-205E-D891-EE1E-88EB09879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500" y="1215250"/>
            <a:ext cx="3931200" cy="1592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19E17C-F377-C060-CD84-1B40F88D6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96" y="4567555"/>
            <a:ext cx="3178370" cy="142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05815D-FC7B-88DB-73DB-8EB98358F77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2655" b="41544"/>
          <a:stretch>
            <a:fillRect/>
          </a:stretch>
        </p:blipFill>
        <p:spPr>
          <a:xfrm>
            <a:off x="493043" y="2910264"/>
            <a:ext cx="4021200" cy="103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C4AF84-D460-443B-7EC4-52775B7777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549" y="1259553"/>
            <a:ext cx="3263317" cy="1400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</a:p>
        </p:txBody>
      </p:sp>
      <p:pic>
        <p:nvPicPr>
          <p:cNvPr id="5" name="Picture 4" descr="File:Requests Python Logo.png - Wikimedia Commons">
            <a:extLst>
              <a:ext uri="{FF2B5EF4-FFF2-40B4-BE49-F238E27FC236}">
                <a16:creationId xmlns:a16="http://schemas.microsoft.com/office/drawing/2014/main" id="{0559289C-A341-8C93-95B3-A94F568BFA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6162" y="1918860"/>
            <a:ext cx="2177263" cy="279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25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" accel="100000" fill="hold">
                                          <p:stCondLst>
                                            <p:cond delay="2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15AC84-A0F7-591D-515D-BFAA683C1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14" y="1151984"/>
            <a:ext cx="7492764" cy="477269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A09B6F-DC98-A9D5-B2B2-55CCE0CB1777}"/>
              </a:ext>
            </a:extLst>
          </p:cNvPr>
          <p:cNvSpPr txBox="1">
            <a:spLocks/>
          </p:cNvSpPr>
          <p:nvPr/>
        </p:nvSpPr>
        <p:spPr>
          <a:xfrm>
            <a:off x="0" y="99523"/>
            <a:ext cx="3008179" cy="82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66C85F-C71F-201F-FB44-F5390675C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608" y="2085787"/>
            <a:ext cx="4053675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21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lock Arc 35">
            <a:extLst>
              <a:ext uri="{FF2B5EF4-FFF2-40B4-BE49-F238E27FC236}">
                <a16:creationId xmlns:a16="http://schemas.microsoft.com/office/drawing/2014/main" id="{38E6B5E2-E240-2725-170C-9A7208124CB4}"/>
              </a:ext>
            </a:extLst>
          </p:cNvPr>
          <p:cNvSpPr/>
          <p:nvPr/>
        </p:nvSpPr>
        <p:spPr>
          <a:xfrm rot="10534063">
            <a:off x="8805248" y="4383420"/>
            <a:ext cx="1283436" cy="787655"/>
          </a:xfrm>
          <a:prstGeom prst="blockArc">
            <a:avLst/>
          </a:prstGeom>
          <a:solidFill>
            <a:srgbClr val="0079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91232FDC-061D-3DA7-52AC-A8C3EF748BD0}"/>
              </a:ext>
            </a:extLst>
          </p:cNvPr>
          <p:cNvSpPr/>
          <p:nvPr/>
        </p:nvSpPr>
        <p:spPr>
          <a:xfrm rot="7662998">
            <a:off x="10084827" y="3698132"/>
            <a:ext cx="1283436" cy="787655"/>
          </a:xfrm>
          <a:prstGeom prst="blockArc">
            <a:avLst/>
          </a:prstGeom>
          <a:solidFill>
            <a:srgbClr val="4F22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9AC3FF1A-BF91-5E8E-62AE-AD203E372783}"/>
              </a:ext>
            </a:extLst>
          </p:cNvPr>
          <p:cNvSpPr/>
          <p:nvPr/>
        </p:nvSpPr>
        <p:spPr>
          <a:xfrm rot="4856213">
            <a:off x="10298942" y="2349809"/>
            <a:ext cx="1283436" cy="787655"/>
          </a:xfrm>
          <a:prstGeom prst="blockArc">
            <a:avLst/>
          </a:prstGeom>
          <a:solidFill>
            <a:srgbClr val="548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B5B8A585-8AAB-FC04-CC9E-F992DDD957BD}"/>
              </a:ext>
            </a:extLst>
          </p:cNvPr>
          <p:cNvSpPr/>
          <p:nvPr/>
        </p:nvSpPr>
        <p:spPr>
          <a:xfrm rot="1079620">
            <a:off x="9488991" y="1269065"/>
            <a:ext cx="1283436" cy="787655"/>
          </a:xfrm>
          <a:prstGeom prst="blockArc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025E99DF-9EFA-3FD1-2264-01897196C4FA}"/>
              </a:ext>
            </a:extLst>
          </p:cNvPr>
          <p:cNvSpPr/>
          <p:nvPr/>
        </p:nvSpPr>
        <p:spPr>
          <a:xfrm rot="14066880">
            <a:off x="7717770" y="3628354"/>
            <a:ext cx="1283436" cy="787655"/>
          </a:xfrm>
          <a:prstGeom prst="blockArc">
            <a:avLst/>
          </a:prstGeom>
          <a:solidFill>
            <a:srgbClr val="DAA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Block Arc 29">
            <a:extLst>
              <a:ext uri="{FF2B5EF4-FFF2-40B4-BE49-F238E27FC236}">
                <a16:creationId xmlns:a16="http://schemas.microsoft.com/office/drawing/2014/main" id="{F5BD29B2-92EE-A7E2-9402-05F4AC32F97D}"/>
              </a:ext>
            </a:extLst>
          </p:cNvPr>
          <p:cNvSpPr/>
          <p:nvPr/>
        </p:nvSpPr>
        <p:spPr>
          <a:xfrm rot="19321029">
            <a:off x="8358968" y="1362543"/>
            <a:ext cx="1283436" cy="787655"/>
          </a:xfrm>
          <a:prstGeom prst="blockArc">
            <a:avLst/>
          </a:prstGeom>
          <a:solidFill>
            <a:srgbClr val="548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10" y="30333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E422E-7237-6B68-948C-691EB219AA65}"/>
              </a:ext>
            </a:extLst>
          </p:cNvPr>
          <p:cNvSpPr txBox="1"/>
          <p:nvPr/>
        </p:nvSpPr>
        <p:spPr>
          <a:xfrm>
            <a:off x="772886" y="1233081"/>
            <a:ext cx="6096000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Profiling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 the scraped data from multiple cities to understand its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all columns are properly captured. Identify missing, incomplete, or inconsistent records.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 Remove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often extracts the same restaurant more than once, especially across city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restaurant names or repeated URLs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each restaurant entry is unique.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 Fix Structural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formatting inconsistencies in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extra spaces, symbols, or HTML tags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  Data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data into proper types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  Filter Unwanted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handle unrealistic values.</a:t>
            </a:r>
            <a:r>
              <a:rPr lang="en-US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   Handle Missing Data</a:t>
            </a:r>
            <a:b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  Identify columns with null or missing values.</a:t>
            </a:r>
            <a:b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  Apply appropriate techniques such as imputation (mean/median/mode)  or deletion, depending on data significance.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   Data Validation</a:t>
            </a:r>
            <a:b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  Re-check the cleaned dataset for accuracy, consistency, and completeness.</a:t>
            </a:r>
            <a:b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  Validate that all transformations and corrections were successfully applied before moving to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AB6209-E453-2E1E-8421-8699FB40CA39}"/>
              </a:ext>
            </a:extLst>
          </p:cNvPr>
          <p:cNvSpPr/>
          <p:nvPr/>
        </p:nvSpPr>
        <p:spPr>
          <a:xfrm>
            <a:off x="10208430" y="1221144"/>
            <a:ext cx="1391479" cy="1439474"/>
          </a:xfrm>
          <a:prstGeom prst="ellipse">
            <a:avLst/>
          </a:prstGeom>
          <a:solidFill>
            <a:srgbClr val="6DAB3F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B95364-7BC5-80FE-DE16-820929D1ED80}"/>
              </a:ext>
            </a:extLst>
          </p:cNvPr>
          <p:cNvSpPr/>
          <p:nvPr/>
        </p:nvSpPr>
        <p:spPr>
          <a:xfrm>
            <a:off x="8607287" y="2216426"/>
            <a:ext cx="1818861" cy="1779104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7B64C5-8190-8D14-0132-D5A5F4899C94}"/>
              </a:ext>
            </a:extLst>
          </p:cNvPr>
          <p:cNvSpPr/>
          <p:nvPr/>
        </p:nvSpPr>
        <p:spPr>
          <a:xfrm>
            <a:off x="10475843" y="2826655"/>
            <a:ext cx="1391479" cy="135879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Block Arc 30">
            <a:extLst>
              <a:ext uri="{FF2B5EF4-FFF2-40B4-BE49-F238E27FC236}">
                <a16:creationId xmlns:a16="http://schemas.microsoft.com/office/drawing/2014/main" id="{E5A7182A-330D-59F1-3A27-9A1C76266812}"/>
              </a:ext>
            </a:extLst>
          </p:cNvPr>
          <p:cNvSpPr/>
          <p:nvPr/>
        </p:nvSpPr>
        <p:spPr>
          <a:xfrm rot="17185593">
            <a:off x="7483569" y="2432757"/>
            <a:ext cx="1283436" cy="787655"/>
          </a:xfrm>
          <a:prstGeom prst="blockArc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67C309-36BE-3F1C-CC8D-C49FFA388AA9}"/>
              </a:ext>
            </a:extLst>
          </p:cNvPr>
          <p:cNvSpPr/>
          <p:nvPr/>
        </p:nvSpPr>
        <p:spPr>
          <a:xfrm>
            <a:off x="7987986" y="3995023"/>
            <a:ext cx="1391479" cy="1439474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860B015-668C-5523-12FE-D8039B35A2E3}"/>
              </a:ext>
            </a:extLst>
          </p:cNvPr>
          <p:cNvSpPr/>
          <p:nvPr/>
        </p:nvSpPr>
        <p:spPr>
          <a:xfrm>
            <a:off x="9546534" y="4040620"/>
            <a:ext cx="1391479" cy="1439474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6C6183-0C99-F2B0-9939-B7C80F777451}"/>
              </a:ext>
            </a:extLst>
          </p:cNvPr>
          <p:cNvSpPr/>
          <p:nvPr/>
        </p:nvSpPr>
        <p:spPr>
          <a:xfrm>
            <a:off x="7101980" y="2672555"/>
            <a:ext cx="1391479" cy="143947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C32584-362B-2080-1BCD-EF602FEBBC17}"/>
              </a:ext>
            </a:extLst>
          </p:cNvPr>
          <p:cNvSpPr/>
          <p:nvPr/>
        </p:nvSpPr>
        <p:spPr>
          <a:xfrm>
            <a:off x="7495050" y="1233588"/>
            <a:ext cx="1391479" cy="1439474"/>
          </a:xfrm>
          <a:prstGeom prst="ellipse">
            <a:avLst/>
          </a:prstGeom>
          <a:solidFill>
            <a:srgbClr val="6DAB3F"/>
          </a:solidFill>
          <a:ln>
            <a:noFill/>
          </a:ln>
          <a:effectLst>
            <a:outerShdw blurRad="50800" dist="50800" dir="144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FF589F-B75F-9547-38AC-B23EF4F19810}"/>
              </a:ext>
            </a:extLst>
          </p:cNvPr>
          <p:cNvSpPr/>
          <p:nvPr/>
        </p:nvSpPr>
        <p:spPr>
          <a:xfrm>
            <a:off x="8816953" y="587036"/>
            <a:ext cx="1391479" cy="1381481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50800" dist="50800" dir="144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91B112-F0B5-9968-8DDD-A625F68A2813}"/>
              </a:ext>
            </a:extLst>
          </p:cNvPr>
          <p:cNvSpPr txBox="1"/>
          <p:nvPr/>
        </p:nvSpPr>
        <p:spPr>
          <a:xfrm>
            <a:off x="9008002" y="1027004"/>
            <a:ext cx="1009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885BD7-C409-07DE-C3C6-89B0DF4C7A7F}"/>
              </a:ext>
            </a:extLst>
          </p:cNvPr>
          <p:cNvSpPr txBox="1"/>
          <p:nvPr/>
        </p:nvSpPr>
        <p:spPr>
          <a:xfrm>
            <a:off x="10450257" y="1687205"/>
            <a:ext cx="1009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DDC4E7-2BED-E605-830A-4E276AAB2ADF}"/>
              </a:ext>
            </a:extLst>
          </p:cNvPr>
          <p:cNvSpPr txBox="1"/>
          <p:nvPr/>
        </p:nvSpPr>
        <p:spPr>
          <a:xfrm>
            <a:off x="10666892" y="3109099"/>
            <a:ext cx="10093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E2F161-9EA1-B94B-A971-96D45FEB5ED3}"/>
              </a:ext>
            </a:extLst>
          </p:cNvPr>
          <p:cNvSpPr txBox="1"/>
          <p:nvPr/>
        </p:nvSpPr>
        <p:spPr>
          <a:xfrm>
            <a:off x="9411532" y="4462303"/>
            <a:ext cx="1661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6CAB20-E8A0-23E3-997D-3A8631461778}"/>
              </a:ext>
            </a:extLst>
          </p:cNvPr>
          <p:cNvSpPr txBox="1"/>
          <p:nvPr/>
        </p:nvSpPr>
        <p:spPr>
          <a:xfrm>
            <a:off x="8543154" y="2494580"/>
            <a:ext cx="1952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9371DD-0165-DF96-D980-FF4487BABB04}"/>
              </a:ext>
            </a:extLst>
          </p:cNvPr>
          <p:cNvSpPr txBox="1"/>
          <p:nvPr/>
        </p:nvSpPr>
        <p:spPr>
          <a:xfrm>
            <a:off x="8160972" y="4375478"/>
            <a:ext cx="10093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Unwanted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6F4966-7A6D-7209-4C87-D263DF39ABCC}"/>
              </a:ext>
            </a:extLst>
          </p:cNvPr>
          <p:cNvSpPr txBox="1"/>
          <p:nvPr/>
        </p:nvSpPr>
        <p:spPr>
          <a:xfrm>
            <a:off x="7190934" y="3152530"/>
            <a:ext cx="1206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033650-52C6-46CC-FA33-AA8DB1BC4A54}"/>
              </a:ext>
            </a:extLst>
          </p:cNvPr>
          <p:cNvSpPr txBox="1"/>
          <p:nvPr/>
        </p:nvSpPr>
        <p:spPr>
          <a:xfrm>
            <a:off x="7495051" y="1691208"/>
            <a:ext cx="1391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5" grpId="0" animBg="1"/>
      <p:bldP spid="34" grpId="0" animBg="1"/>
      <p:bldP spid="33" grpId="0" animBg="1"/>
      <p:bldP spid="32" grpId="0" animBg="1"/>
      <p:bldP spid="30" grpId="0" animBg="1"/>
      <p:bldP spid="6" grpId="0" animBg="1"/>
      <p:bldP spid="8" grpId="0" animBg="1"/>
      <p:bldP spid="9" grpId="0" animBg="1"/>
      <p:bldP spid="3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9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7B71F6-5A99-37DE-C87D-B3B954117139}"/>
              </a:ext>
            </a:extLst>
          </p:cNvPr>
          <p:cNvSpPr txBox="1"/>
          <p:nvPr/>
        </p:nvSpPr>
        <p:spPr>
          <a:xfrm>
            <a:off x="320041" y="0"/>
            <a:ext cx="46694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147353-C70F-BB57-09A9-F3B44A47A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94" y="1317823"/>
            <a:ext cx="3295134" cy="237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F09D9E-8A6A-66B4-DC16-0CD56FB3BA1A}"/>
              </a:ext>
            </a:extLst>
          </p:cNvPr>
          <p:cNvSpPr txBox="1"/>
          <p:nvPr/>
        </p:nvSpPr>
        <p:spPr>
          <a:xfrm>
            <a:off x="4313382" y="1237673"/>
            <a:ext cx="7558577" cy="266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(Cost for Two):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restaurants fall in the ₹500 to ₹2000 range, indicating that the majority are mid-range and affordable dining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peak around ₹900–₹1200 suggests this is the most common spending range for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fewer restaurants above ₹2500, showing that premium or luxury dining options are limited.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slightly right-skewed, meaning a small number of high-cost restaurants increase the overall spread of prices.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393642D2-597B-976B-5E3A-32624295F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746" y="4051105"/>
            <a:ext cx="3551068" cy="218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AEF58-C674-B50C-447E-8DA5D37F8527}"/>
              </a:ext>
            </a:extLst>
          </p:cNvPr>
          <p:cNvSpPr txBox="1"/>
          <p:nvPr/>
        </p:nvSpPr>
        <p:spPr>
          <a:xfrm>
            <a:off x="648794" y="3903146"/>
            <a:ext cx="73868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Plot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(Ratings):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rating is around 4.2–4.3, showing that most restaurants receive high customer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 (IQR) lies mostly between 4.0 and 4.5, indicating that the majority of restaurants are consistently well-rated.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outliers appear on the lower side (below 3.5), representing a few poorly rated restaurants.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concentration of values in the higher range confirms that customer satisfaction is generally strong across the platform.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DF810-C27B-E2D6-1E2D-B392CF1F0E19}"/>
              </a:ext>
            </a:extLst>
          </p:cNvPr>
          <p:cNvSpPr txBox="1"/>
          <p:nvPr/>
        </p:nvSpPr>
        <p:spPr>
          <a:xfrm>
            <a:off x="4678680" y="352993"/>
            <a:ext cx="7239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KDE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[Cost for Two - Density Plot]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density peak is around ₹800–₹1200, indicating this is the most common spending range for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noticeable secondary peak appears around ₹1800–₹2000, showing a smaller premium dining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curve gradually decreases after ₹2500, meaning fewer restaurants fall in the high-cost 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shape is slightly right-skewed, indicating that a small number of expensive restaurants extend the upper range of prices.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4F1C8-07B7-2527-0355-A77B87B7C805}"/>
              </a:ext>
            </a:extLst>
          </p:cNvPr>
          <p:cNvSpPr txBox="1"/>
          <p:nvPr/>
        </p:nvSpPr>
        <p:spPr>
          <a:xfrm>
            <a:off x="182880" y="3223492"/>
            <a:ext cx="72390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Violin Plot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(Ratings):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widest part of the violin is around 4.0–4.5, indicating that most restaurants have ratings in this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rating lies slightly above 4.0, showing overall strong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narrow lower portion below 3.0 indicates that very few restaurants have low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concentrated toward the higher end, confirming that most restaurants are well-rated.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D610E8-3946-025B-4F1B-1E4EA0ACE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12" y="352993"/>
            <a:ext cx="3870588" cy="267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784E03-C623-5D8B-A057-1900F6740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880" y="3289336"/>
            <a:ext cx="4206240" cy="2777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93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B0D323C-FA40-F2D1-8C71-C747CB8AD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3005"/>
            <a:ext cx="3684905" cy="260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08CFE1B-DEA5-8D09-7EB2-D010FD263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559" y="3113505"/>
            <a:ext cx="3706731" cy="3073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F1C068-CE31-CE6A-3069-37C9149C5E81}"/>
              </a:ext>
            </a:extLst>
          </p:cNvPr>
          <p:cNvSpPr txBox="1"/>
          <p:nvPr/>
        </p:nvSpPr>
        <p:spPr>
          <a:xfrm>
            <a:off x="8389672" y="240605"/>
            <a:ext cx="3908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08D6B-1F91-54B4-5A73-49326B40D28A}"/>
              </a:ext>
            </a:extLst>
          </p:cNvPr>
          <p:cNvSpPr txBox="1"/>
          <p:nvPr/>
        </p:nvSpPr>
        <p:spPr>
          <a:xfrm>
            <a:off x="4450080" y="312738"/>
            <a:ext cx="72815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Plot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(Top 10 Cuisine Types)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Multicuisine dominates significantly, indicating that most restaurants offer multiple cuisine options.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cuisine is the second most common, showing strong local food preference.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Chinese, Fast Food, Cafe, and North Indian cuisines also appear frequently, indicating diverse customer choices.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cuisines like Italian, Continental, and Finger Food are present but in comparatively smaller numbers.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3BC35-734A-DBB8-E937-59BF7E21AFE1}"/>
              </a:ext>
            </a:extLst>
          </p:cNvPr>
          <p:cNvSpPr txBox="1"/>
          <p:nvPr/>
        </p:nvSpPr>
        <p:spPr>
          <a:xfrm>
            <a:off x="460375" y="3276600"/>
            <a:ext cx="70986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 Chart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(City Distribution):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 contributes the highest share (~26.5%), indicating it has the largest restaurant presence among top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Delhi-NCR (~24.7%) and Mumbai (~24.1%) follow closely, showing strong competition among major metro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 (~13.6%) and Pune (~11.1%) contribute smaller but significant portions.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clearly highlights that the restaurant market is dominated by major metropolitan cities.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F6EF-6426-5568-1210-1DC5E2D23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6A80D768-629C-F28F-4E83-6AD0FF3167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87C14D5C-1A10-D316-24D8-6E1F8E48CA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571189-0FF1-7A48-5BA7-42D7CD9CE33A}"/>
              </a:ext>
            </a:extLst>
          </p:cNvPr>
          <p:cNvSpPr txBox="1"/>
          <p:nvPr/>
        </p:nvSpPr>
        <p:spPr>
          <a:xfrm>
            <a:off x="274940" y="80267"/>
            <a:ext cx="7223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- Numerical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C11CFD-5F16-A497-9BC1-889394190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675817"/>
            <a:ext cx="4340225" cy="267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AC9D07-BBD4-8E2C-535C-E25769B84D2B}"/>
              </a:ext>
            </a:extLst>
          </p:cNvPr>
          <p:cNvSpPr txBox="1"/>
          <p:nvPr/>
        </p:nvSpPr>
        <p:spPr>
          <a:xfrm>
            <a:off x="5425440" y="657782"/>
            <a:ext cx="65836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(Cost for Two vs Ratings)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points are widely scattered, indicating no strong linear relationship between cost and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ratings (above 4.0) appear across almost all price ranges, showing that both affordable and expensive restaurants can be well-rated.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low-rated restaurants exist at different cost levels, suggesting that higher price does not guarantee better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relationship appears weak or slightly positive, but not strongly correlated.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4993A-C147-0D87-F916-E7D8D2FF5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727" y="3565625"/>
            <a:ext cx="4257994" cy="26345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7FAEA4-6E41-A017-7AF5-398BB22D8498}"/>
              </a:ext>
            </a:extLst>
          </p:cNvPr>
          <p:cNvSpPr txBox="1"/>
          <p:nvPr/>
        </p:nvSpPr>
        <p:spPr>
          <a:xfrm>
            <a:off x="460375" y="3735548"/>
            <a:ext cx="65836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(Cost for Two vs Ratings):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fluctuate across different cost levels, showing no consistent upward or downward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ratings remain around 4.0–4.5, regardless of the cost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sudden drops in the line represent low-rated restaurants at certain price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trend suggests that increasing cost does not significantly increase ratings.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282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1FF77-3768-C230-8BA1-8787F9DA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F5DE64DE-BE5D-E302-6753-2E7E1AE36C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AAE07976-9CC9-42F8-5A3A-0348727927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7CC39D-8418-5ED8-EB4F-648D344595E6}"/>
              </a:ext>
            </a:extLst>
          </p:cNvPr>
          <p:cNvSpPr txBox="1"/>
          <p:nvPr/>
        </p:nvSpPr>
        <p:spPr>
          <a:xfrm>
            <a:off x="274940" y="80267"/>
            <a:ext cx="7223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- Categorical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9672F-C28E-B5FD-8695-DB5019E19438}"/>
              </a:ext>
            </a:extLst>
          </p:cNvPr>
          <p:cNvSpPr txBox="1"/>
          <p:nvPr/>
        </p:nvSpPr>
        <p:spPr>
          <a:xfrm>
            <a:off x="5425440" y="657782"/>
            <a:ext cx="658368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(Average Cost for Two by City):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Dubai and Abu Dhabi show the highest average cost, indicating premium dining markets in these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Indian cities, Bengaluru, Mumbai, and Delhi-NCR have relatively higher average costs, reflecting strong metropolitan pricing.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tier-2 cities have average costs around ₹800–₹1200, indicating more affordable dining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variation across cities highlights how location significantly influences restaurant pricing.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1B52E7-327B-C035-86F6-2B1DE33C1ACE}"/>
              </a:ext>
            </a:extLst>
          </p:cNvPr>
          <p:cNvSpPr txBox="1"/>
          <p:nvPr/>
        </p:nvSpPr>
        <p:spPr>
          <a:xfrm>
            <a:off x="460375" y="3735548"/>
            <a:ext cx="65836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Box Plot </a:t>
            </a: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(Ratings by City)</a:t>
            </a:r>
            <a:r>
              <a:rPr lang="en-IN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Most cities have median ratings around 4.0 to 4.5, indicating generally high customer satisfaction across locations.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boxes are relatively compact in many cities, showing consistent ratings with limited variation.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Several lower outliers (below 3.0) appear across cities, representing a few poorly rated restaurants.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 city shows extremely low median ratings, suggesting that restaurant quality is fairly stable across regions.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A8C5227-E344-0418-5A09-14F10F49A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714313"/>
            <a:ext cx="4431666" cy="271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C10019-8C46-F025-5912-003746A3E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960" y="3506904"/>
            <a:ext cx="4297680" cy="269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2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DCD8B-3083-41B9-A710-9F04690B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8EC5B71E-C86D-0C91-BE78-D374704955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57343042-70B3-7B3F-5786-67188286E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6DA3B8-8EF2-1DFF-585A-B21477081444}"/>
              </a:ext>
            </a:extLst>
          </p:cNvPr>
          <p:cNvSpPr txBox="1"/>
          <p:nvPr/>
        </p:nvSpPr>
        <p:spPr>
          <a:xfrm>
            <a:off x="274940" y="80267"/>
            <a:ext cx="7223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(Categori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 - Categorical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EB65AA-FA26-27BE-97C3-FC7F7DEDD6FE}"/>
              </a:ext>
            </a:extLst>
          </p:cNvPr>
          <p:cNvSpPr txBox="1"/>
          <p:nvPr/>
        </p:nvSpPr>
        <p:spPr>
          <a:xfrm>
            <a:off x="5425440" y="657782"/>
            <a:ext cx="65836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Bar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(Cuisine Type across Cities):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 shows the highest overall count of different cuisine types, indicating a diverse food culture.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Ahmedabad also has a noticeable distribution of multiple cuisines, but lower compared to Bengaluru.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 like Abu Dhabi, Agra, and Amritsar show limited cuisine variety in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stacked structure clearly shows how cuisine diversity varies from city to city, reflecting regional demand and urbanization level.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05B3C-AF70-8B89-ACDE-B74A2AA272C3}"/>
              </a:ext>
            </a:extLst>
          </p:cNvPr>
          <p:cNvSpPr txBox="1"/>
          <p:nvPr/>
        </p:nvSpPr>
        <p:spPr>
          <a:xfrm>
            <a:off x="460375" y="3735548"/>
            <a:ext cx="65836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 5 Cuisines across Top 5 Cities):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Multicuisine clearly dominates in all top cities, especially in Delhi-NCR and Bengaluru, showing strong demand for diverse food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and Chinese cuisines also have consistent presence across major metro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and Delhi-NCR show relatively higher counts across multiple cuisine types, indicating greater food diversity.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 and Pune have comparatively lower counts, suggesting a smaller but still active restaurant market.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ECDB15-C0C9-FC34-3536-30A8CB57C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675817"/>
            <a:ext cx="4462145" cy="28179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1B4CB8-5CFA-CDAB-A469-454AA849F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493748"/>
            <a:ext cx="4617720" cy="270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24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E525-DCAB-D7D2-08E9-D59437B0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A631637E-827B-0E22-E189-191692A14A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EF398244-9E53-B61A-BAD3-8F39D3FD1B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BCB00F0B-7199-3AEA-A190-D2CA3744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5491" y="83128"/>
            <a:ext cx="4516582" cy="636422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A8E1F8-CF52-AA99-73F4-5D1E5710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66" y="1098241"/>
            <a:ext cx="5037257" cy="44276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F922F1-09DF-19A8-85E3-5F63AF1DA148}"/>
              </a:ext>
            </a:extLst>
          </p:cNvPr>
          <p:cNvSpPr txBox="1"/>
          <p:nvPr/>
        </p:nvSpPr>
        <p:spPr>
          <a:xfrm>
            <a:off x="6217920" y="1798320"/>
            <a:ext cx="56235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(Correlation Matrix):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value between Cost for Two and Ratings is 0.074, which is very close to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very weak positive relationship between price and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is too small to suggest any meaningful linear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that higher restaurant cost does not strongly influence customer ratings.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9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382" y="412580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604" y="1180961"/>
            <a:ext cx="1054479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reveals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predominantly mid-range dining market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most restaurants priced between ₹500–₹1500, catering to budget-conscious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satisfaction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evident, as ratings are concentrated around 4.0–4.5 across cities, indicating consistent service quality and positive dining experiences.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Multicuisine restaurants dominate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all major metros, highlighting strong consumer preference for variety and diverse food 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 cities like Bengaluru, Delhi-NCR, and Mumbai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 the largest share of restaurants, confirming their role as India’s primary food hubs.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rating correlation is negligible (0.07)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cost does not ensure better ratings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quality, service, and experience matter more.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restaurant ecosystem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diverse, competitive, and customer-driven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affordability and satisfaction at its core.</a:t>
            </a: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95" y="6745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ience: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5608D9-1735-0142-AAF8-1110DAFC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1802" y="1982971"/>
            <a:ext cx="10515599" cy="352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how to collect real-world data from websites using web scraping.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 data cleaning, preprocessing, and feature formatting.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experience in using Python libraries for data analysis and visualization.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end to end data workflow : webs craping – cleaning data – analyzing -- visualization.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ability to present analytical findings clearly using charts and explanations.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22" y="43623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AD6FB2-6503-05E2-69F1-6636D1A2B30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01126" y="1815018"/>
            <a:ext cx="1058974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webpage where data reloads and updates frequently.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HTML structures across product pages.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or incomplete product details during extraction.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duplicate and unclean scraped data.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slow extraction due to dynamic page loading.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most relevant visuals for insightful analysis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E26E8E26-DF5C-E318-0231-DD266BC66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932" y="2534638"/>
            <a:ext cx="5121137" cy="2962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9DDB6E-036A-8F25-E3EF-079E1812A272}"/>
              </a:ext>
            </a:extLst>
          </p:cNvPr>
          <p:cNvSpPr txBox="1"/>
          <p:nvPr/>
        </p:nvSpPr>
        <p:spPr>
          <a:xfrm>
            <a:off x="2977598" y="1360878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5400" b="1" i="0" u="none" strike="noStrike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THANK</a:t>
            </a:r>
            <a:r>
              <a:rPr lang="en-IN" sz="5400" b="1" i="0" u="none" strike="noStrike" dirty="0"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YOU</a:t>
            </a:r>
            <a:endParaRPr lang="en-IN" sz="5400" b="1" dirty="0">
              <a:solidFill>
                <a:schemeClr val="tx1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5055</TotalTime>
  <Words>2147</Words>
  <Application>Microsoft Office PowerPoint</Application>
  <PresentationFormat>Widescreen</PresentationFormat>
  <Paragraphs>201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 Black</vt:lpstr>
      <vt:lpstr>Cascadia Code</vt:lpstr>
      <vt:lpstr>Bodoni MT</vt:lpstr>
      <vt:lpstr>Calibri</vt:lpstr>
      <vt:lpstr>Arial</vt:lpstr>
      <vt:lpstr>Times New Roman</vt:lpstr>
      <vt:lpstr>Office Theme</vt:lpstr>
      <vt:lpstr>PowerPoint Presentation</vt:lpstr>
      <vt:lpstr>ABOUT US</vt:lpstr>
      <vt:lpstr>PowerPoint Presentation</vt:lpstr>
      <vt:lpstr>Introduction:</vt:lpstr>
      <vt:lpstr>Business Problem:</vt:lpstr>
      <vt:lpstr>Objectives:</vt:lpstr>
      <vt:lpstr>Web Scraping:</vt:lpstr>
      <vt:lpstr>Tools Used:</vt:lpstr>
      <vt:lpstr>PowerPoint Presentation</vt:lpstr>
      <vt:lpstr>Data Cleaning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Multivariate Analysis</vt:lpstr>
      <vt:lpstr>Conclusion:</vt:lpstr>
      <vt:lpstr>Experience:</vt:lpstr>
      <vt:lpstr>Challenges Faced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Pulugu Mrudhula</cp:lastModifiedBy>
  <cp:revision>44</cp:revision>
  <dcterms:created xsi:type="dcterms:W3CDTF">2021-02-16T05:19:01Z</dcterms:created>
  <dcterms:modified xsi:type="dcterms:W3CDTF">2026-03-11T16:09:23Z</dcterms:modified>
</cp:coreProperties>
</file>